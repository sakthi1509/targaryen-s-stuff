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8" r:id="rId6"/>
    <p:sldId id="261" r:id="rId7"/>
    <p:sldId id="263" r:id="rId8"/>
    <p:sldId id="264" r:id="rId9"/>
    <p:sldId id="266" r:id="rId10"/>
  </p:sldIdLst>
  <p:sldSz cx="9144000" cy="5143500" type="screen16x9"/>
  <p:notesSz cx="6858000" cy="9144000"/>
  <p:embeddedFontLst>
    <p:embeddedFont>
      <p:font typeface="Inter" panose="020B0604020202020204" charset="0"/>
      <p:regular r:id="rId12"/>
    </p:embeddedFont>
    <p:embeddedFont>
      <p:font typeface="Manrope" panose="020B0604020202020204" charset="0"/>
      <p:regular r:id="rId13"/>
      <p:bold r:id="rId14"/>
    </p:embeddedFont>
    <p:embeddedFont>
      <p:font typeface="Manrope SemiBold" panose="020B0604020202020204"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03BAF2-CE35-4FCB-95B6-D87687B7AE7D}" v="9" dt="2026-02-15T11:32:48.5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67"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avan Kumar" userId="93a041312b192abd" providerId="LiveId" clId="{1018853C-59EC-4218-99BC-CE81929B9064}"/>
    <pc:docChg chg="undo custSel delSld modSld">
      <pc:chgData name="Sravan Kumar" userId="93a041312b192abd" providerId="LiveId" clId="{1018853C-59EC-4218-99BC-CE81929B9064}" dt="2026-02-15T11:34:51.950" v="402" actId="113"/>
      <pc:docMkLst>
        <pc:docMk/>
      </pc:docMkLst>
      <pc:sldChg chg="modSp mod">
        <pc:chgData name="Sravan Kumar" userId="93a041312b192abd" providerId="LiveId" clId="{1018853C-59EC-4218-99BC-CE81929B9064}" dt="2026-02-15T11:34:51.950" v="402" actId="113"/>
        <pc:sldMkLst>
          <pc:docMk/>
          <pc:sldMk cId="0" sldId="256"/>
        </pc:sldMkLst>
        <pc:spChg chg="mod">
          <ac:chgData name="Sravan Kumar" userId="93a041312b192abd" providerId="LiveId" clId="{1018853C-59EC-4218-99BC-CE81929B9064}" dt="2026-02-15T10:45:34.107" v="3" actId="20577"/>
          <ac:spMkLst>
            <pc:docMk/>
            <pc:sldMk cId="0" sldId="256"/>
            <ac:spMk id="55" creationId="{00000000-0000-0000-0000-000000000000}"/>
          </ac:spMkLst>
        </pc:spChg>
        <pc:spChg chg="mod">
          <ac:chgData name="Sravan Kumar" userId="93a041312b192abd" providerId="LiveId" clId="{1018853C-59EC-4218-99BC-CE81929B9064}" dt="2026-02-15T11:34:51.950" v="402" actId="113"/>
          <ac:spMkLst>
            <pc:docMk/>
            <pc:sldMk cId="0" sldId="256"/>
            <ac:spMk id="56" creationId="{00000000-0000-0000-0000-000000000000}"/>
          </ac:spMkLst>
        </pc:spChg>
      </pc:sldChg>
      <pc:sldChg chg="delSp modSp mod">
        <pc:chgData name="Sravan Kumar" userId="93a041312b192abd" providerId="LiveId" clId="{1018853C-59EC-4218-99BC-CE81929B9064}" dt="2026-02-15T11:33:02.038" v="309" actId="20577"/>
        <pc:sldMkLst>
          <pc:docMk/>
          <pc:sldMk cId="0" sldId="257"/>
        </pc:sldMkLst>
        <pc:spChg chg="del">
          <ac:chgData name="Sravan Kumar" userId="93a041312b192abd" providerId="LiveId" clId="{1018853C-59EC-4218-99BC-CE81929B9064}" dt="2026-02-15T11:29:14.204" v="270" actId="478"/>
          <ac:spMkLst>
            <pc:docMk/>
            <pc:sldMk cId="0" sldId="257"/>
            <ac:spMk id="3" creationId="{529954C1-10B4-58F3-5FAA-3C874101829A}"/>
          </ac:spMkLst>
        </pc:spChg>
        <pc:spChg chg="del">
          <ac:chgData name="Sravan Kumar" userId="93a041312b192abd" providerId="LiveId" clId="{1018853C-59EC-4218-99BC-CE81929B9064}" dt="2026-02-15T11:29:14.204" v="270" actId="478"/>
          <ac:spMkLst>
            <pc:docMk/>
            <pc:sldMk cId="0" sldId="257"/>
            <ac:spMk id="4" creationId="{7E74B523-00E5-C865-2E05-9D560C1CC4A6}"/>
          </ac:spMkLst>
        </pc:spChg>
        <pc:spChg chg="mod">
          <ac:chgData name="Sravan Kumar" userId="93a041312b192abd" providerId="LiveId" clId="{1018853C-59EC-4218-99BC-CE81929B9064}" dt="2026-02-15T11:33:02.038" v="309" actId="20577"/>
          <ac:spMkLst>
            <pc:docMk/>
            <pc:sldMk cId="0" sldId="257"/>
            <ac:spMk id="63" creationId="{00000000-0000-0000-0000-000000000000}"/>
          </ac:spMkLst>
        </pc:spChg>
        <pc:picChg chg="mod">
          <ac:chgData name="Sravan Kumar" userId="93a041312b192abd" providerId="LiveId" clId="{1018853C-59EC-4218-99BC-CE81929B9064}" dt="2026-02-15T11:29:52.724" v="278" actId="1076"/>
          <ac:picMkLst>
            <pc:docMk/>
            <pc:sldMk cId="0" sldId="257"/>
            <ac:picMk id="62" creationId="{00000000-0000-0000-0000-000000000000}"/>
          </ac:picMkLst>
        </pc:picChg>
      </pc:sldChg>
      <pc:sldChg chg="modSp mod">
        <pc:chgData name="Sravan Kumar" userId="93a041312b192abd" providerId="LiveId" clId="{1018853C-59EC-4218-99BC-CE81929B9064}" dt="2026-02-15T11:25:38.595" v="269" actId="1076"/>
        <pc:sldMkLst>
          <pc:docMk/>
          <pc:sldMk cId="0" sldId="258"/>
        </pc:sldMkLst>
        <pc:spChg chg="mod">
          <ac:chgData name="Sravan Kumar" userId="93a041312b192abd" providerId="LiveId" clId="{1018853C-59EC-4218-99BC-CE81929B9064}" dt="2026-02-15T11:25:31.678" v="268" actId="1076"/>
          <ac:spMkLst>
            <pc:docMk/>
            <pc:sldMk cId="0" sldId="258"/>
            <ac:spMk id="25" creationId="{824BE99D-84DA-C5F5-A431-CE05C9F4FC85}"/>
          </ac:spMkLst>
        </pc:spChg>
        <pc:spChg chg="mod">
          <ac:chgData name="Sravan Kumar" userId="93a041312b192abd" providerId="LiveId" clId="{1018853C-59EC-4218-99BC-CE81929B9064}" dt="2026-02-15T11:11:34.142" v="168" actId="1076"/>
          <ac:spMkLst>
            <pc:docMk/>
            <pc:sldMk cId="0" sldId="258"/>
            <ac:spMk id="26" creationId="{4DE10E5A-3A3F-C876-4230-F08B05885D44}"/>
          </ac:spMkLst>
        </pc:spChg>
        <pc:spChg chg="mod">
          <ac:chgData name="Sravan Kumar" userId="93a041312b192abd" providerId="LiveId" clId="{1018853C-59EC-4218-99BC-CE81929B9064}" dt="2026-02-15T11:11:39.837" v="169" actId="1076"/>
          <ac:spMkLst>
            <pc:docMk/>
            <pc:sldMk cId="0" sldId="258"/>
            <ac:spMk id="27" creationId="{16872BCE-65FD-F945-7187-7E5B653A29D6}"/>
          </ac:spMkLst>
        </pc:spChg>
        <pc:spChg chg="mod">
          <ac:chgData name="Sravan Kumar" userId="93a041312b192abd" providerId="LiveId" clId="{1018853C-59EC-4218-99BC-CE81929B9064}" dt="2026-02-15T11:25:22.788" v="267" actId="255"/>
          <ac:spMkLst>
            <pc:docMk/>
            <pc:sldMk cId="0" sldId="258"/>
            <ac:spMk id="28" creationId="{407BB183-C330-2064-FA85-75E237A20F89}"/>
          </ac:spMkLst>
        </pc:spChg>
        <pc:spChg chg="mod">
          <ac:chgData name="Sravan Kumar" userId="93a041312b192abd" providerId="LiveId" clId="{1018853C-59EC-4218-99BC-CE81929B9064}" dt="2026-02-15T11:23:40.980" v="251" actId="1076"/>
          <ac:spMkLst>
            <pc:docMk/>
            <pc:sldMk cId="0" sldId="258"/>
            <ac:spMk id="29" creationId="{5BA7C158-04AF-9237-AC62-3ACD8AEE1E4D}"/>
          </ac:spMkLst>
        </pc:spChg>
        <pc:spChg chg="mod">
          <ac:chgData name="Sravan Kumar" userId="93a041312b192abd" providerId="LiveId" clId="{1018853C-59EC-4218-99BC-CE81929B9064}" dt="2026-02-15T11:23:45.197" v="252" actId="1076"/>
          <ac:spMkLst>
            <pc:docMk/>
            <pc:sldMk cId="0" sldId="258"/>
            <ac:spMk id="30" creationId="{3978A346-5FD3-2FBE-2454-CE0FF5F160EB}"/>
          </ac:spMkLst>
        </pc:spChg>
        <pc:spChg chg="mod">
          <ac:chgData name="Sravan Kumar" userId="93a041312b192abd" providerId="LiveId" clId="{1018853C-59EC-4218-99BC-CE81929B9064}" dt="2026-02-15T11:13:21.332" v="208" actId="1076"/>
          <ac:spMkLst>
            <pc:docMk/>
            <pc:sldMk cId="0" sldId="258"/>
            <ac:spMk id="32" creationId="{7E11FF84-6EC1-1F06-7673-1E77991B6F04}"/>
          </ac:spMkLst>
        </pc:spChg>
        <pc:spChg chg="mod">
          <ac:chgData name="Sravan Kumar" userId="93a041312b192abd" providerId="LiveId" clId="{1018853C-59EC-4218-99BC-CE81929B9064}" dt="2026-02-15T11:14:22.187" v="250" actId="1076"/>
          <ac:spMkLst>
            <pc:docMk/>
            <pc:sldMk cId="0" sldId="258"/>
            <ac:spMk id="33" creationId="{FF38A4F3-001A-0CE2-3054-8E0830584D84}"/>
          </ac:spMkLst>
        </pc:spChg>
        <pc:spChg chg="mod">
          <ac:chgData name="Sravan Kumar" userId="93a041312b192abd" providerId="LiveId" clId="{1018853C-59EC-4218-99BC-CE81929B9064}" dt="2026-02-15T11:14:14.040" v="249" actId="20577"/>
          <ac:spMkLst>
            <pc:docMk/>
            <pc:sldMk cId="0" sldId="258"/>
            <ac:spMk id="34" creationId="{9FEB4C62-4B62-2491-3BFB-B00FBC13A384}"/>
          </ac:spMkLst>
        </pc:spChg>
        <pc:spChg chg="mod">
          <ac:chgData name="Sravan Kumar" userId="93a041312b192abd" providerId="LiveId" clId="{1018853C-59EC-4218-99BC-CE81929B9064}" dt="2026-02-15T11:25:00.416" v="265" actId="1076"/>
          <ac:spMkLst>
            <pc:docMk/>
            <pc:sldMk cId="0" sldId="258"/>
            <ac:spMk id="35" creationId="{B60DD403-48B0-0611-6330-92C1B25FC552}"/>
          </ac:spMkLst>
        </pc:spChg>
        <pc:spChg chg="mod">
          <ac:chgData name="Sravan Kumar" userId="93a041312b192abd" providerId="LiveId" clId="{1018853C-59EC-4218-99BC-CE81929B9064}" dt="2026-02-15T11:25:38.595" v="269" actId="1076"/>
          <ac:spMkLst>
            <pc:docMk/>
            <pc:sldMk cId="0" sldId="258"/>
            <ac:spMk id="36" creationId="{591A9308-BC46-42FC-FA5D-2DE6E89A3F93}"/>
          </ac:spMkLst>
        </pc:spChg>
      </pc:sldChg>
      <pc:sldChg chg="modSp mod">
        <pc:chgData name="Sravan Kumar" userId="93a041312b192abd" providerId="LiveId" clId="{1018853C-59EC-4218-99BC-CE81929B9064}" dt="2026-02-15T10:54:34.502" v="24" actId="20577"/>
        <pc:sldMkLst>
          <pc:docMk/>
          <pc:sldMk cId="0" sldId="261"/>
        </pc:sldMkLst>
        <pc:spChg chg="mod">
          <ac:chgData name="Sravan Kumar" userId="93a041312b192abd" providerId="LiveId" clId="{1018853C-59EC-4218-99BC-CE81929B9064}" dt="2026-02-15T10:54:34.502" v="24" actId="20577"/>
          <ac:spMkLst>
            <pc:docMk/>
            <pc:sldMk cId="0" sldId="261"/>
            <ac:spMk id="41" creationId="{F9F00578-46EB-7F92-4CFE-E261AC362289}"/>
          </ac:spMkLst>
        </pc:spChg>
      </pc:sldChg>
      <pc:sldChg chg="modSp mod">
        <pc:chgData name="Sravan Kumar" userId="93a041312b192abd" providerId="LiveId" clId="{1018853C-59EC-4218-99BC-CE81929B9064}" dt="2026-02-15T11:06:58.040" v="158" actId="20577"/>
        <pc:sldMkLst>
          <pc:docMk/>
          <pc:sldMk cId="0" sldId="263"/>
        </pc:sldMkLst>
        <pc:spChg chg="mod">
          <ac:chgData name="Sravan Kumar" userId="93a041312b192abd" providerId="LiveId" clId="{1018853C-59EC-4218-99BC-CE81929B9064}" dt="2026-02-15T10:54:43.895" v="31" actId="20577"/>
          <ac:spMkLst>
            <pc:docMk/>
            <pc:sldMk cId="0" sldId="263"/>
            <ac:spMk id="9" creationId="{B74F4E5F-B5D9-F5E4-1468-1D8E6940FE8E}"/>
          </ac:spMkLst>
        </pc:spChg>
        <pc:spChg chg="mod">
          <ac:chgData name="Sravan Kumar" userId="93a041312b192abd" providerId="LiveId" clId="{1018853C-59EC-4218-99BC-CE81929B9064}" dt="2026-02-15T10:59:22.059" v="49" actId="5793"/>
          <ac:spMkLst>
            <pc:docMk/>
            <pc:sldMk cId="0" sldId="263"/>
            <ac:spMk id="15" creationId="{E2E690D8-8BD2-8B25-7D2B-B364613B33F0}"/>
          </ac:spMkLst>
        </pc:spChg>
        <pc:spChg chg="mod">
          <ac:chgData name="Sravan Kumar" userId="93a041312b192abd" providerId="LiveId" clId="{1018853C-59EC-4218-99BC-CE81929B9064}" dt="2026-02-15T10:59:45.321" v="69" actId="20577"/>
          <ac:spMkLst>
            <pc:docMk/>
            <pc:sldMk cId="0" sldId="263"/>
            <ac:spMk id="21" creationId="{BC895CF4-A9A2-8842-B316-BB1FCFB0B5F0}"/>
          </ac:spMkLst>
        </pc:spChg>
        <pc:spChg chg="mod">
          <ac:chgData name="Sravan Kumar" userId="93a041312b192abd" providerId="LiveId" clId="{1018853C-59EC-4218-99BC-CE81929B9064}" dt="2026-02-15T11:00:04.671" v="86" actId="20577"/>
          <ac:spMkLst>
            <pc:docMk/>
            <pc:sldMk cId="0" sldId="263"/>
            <ac:spMk id="27" creationId="{E148D32E-F36C-6052-1BF8-65B01F2894DD}"/>
          </ac:spMkLst>
        </pc:spChg>
        <pc:spChg chg="mod">
          <ac:chgData name="Sravan Kumar" userId="93a041312b192abd" providerId="LiveId" clId="{1018853C-59EC-4218-99BC-CE81929B9064}" dt="2026-02-15T11:04:16.214" v="152" actId="20577"/>
          <ac:spMkLst>
            <pc:docMk/>
            <pc:sldMk cId="0" sldId="263"/>
            <ac:spMk id="33" creationId="{76730FEE-1DAE-163B-F4FD-B48B4C9DD189}"/>
          </ac:spMkLst>
        </pc:spChg>
        <pc:spChg chg="mod">
          <ac:chgData name="Sravan Kumar" userId="93a041312b192abd" providerId="LiveId" clId="{1018853C-59EC-4218-99BC-CE81929B9064}" dt="2026-02-15T11:06:58.040" v="158" actId="20577"/>
          <ac:spMkLst>
            <pc:docMk/>
            <pc:sldMk cId="0" sldId="263"/>
            <ac:spMk id="39" creationId="{5A244DDD-33CF-6CBB-3055-F378BC5485B2}"/>
          </ac:spMkLst>
        </pc:spChg>
      </pc:sldChg>
      <pc:sldChg chg="del">
        <pc:chgData name="Sravan Kumar" userId="93a041312b192abd" providerId="LiveId" clId="{1018853C-59EC-4218-99BC-CE81929B9064}" dt="2026-02-15T10:57:09.777" v="32" actId="47"/>
        <pc:sldMkLst>
          <pc:docMk/>
          <pc:sldMk cId="0"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6c7e6215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b6c7e62156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b6c7e6215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b6c7e6215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4D7A69C4-323B-E555-6475-DA20983D408C}"/>
            </a:ext>
          </a:extLst>
        </p:cNvPr>
        <p:cNvGrpSpPr/>
        <p:nvPr/>
      </p:nvGrpSpPr>
      <p:grpSpPr>
        <a:xfrm>
          <a:off x="0" y="0"/>
          <a:ext cx="0" cy="0"/>
          <a:chOff x="0" y="0"/>
          <a:chExt cx="0" cy="0"/>
        </a:xfrm>
      </p:grpSpPr>
      <p:sp>
        <p:nvSpPr>
          <p:cNvPr id="83" name="Google Shape;83;g3b6c7e62156_0_28:notes">
            <a:extLst>
              <a:ext uri="{FF2B5EF4-FFF2-40B4-BE49-F238E27FC236}">
                <a16:creationId xmlns:a16="http://schemas.microsoft.com/office/drawing/2014/main" id="{65FAF848-66C1-1F5E-2DA6-82007496A3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b6c7e62156_0_28:notes">
            <a:extLst>
              <a:ext uri="{FF2B5EF4-FFF2-40B4-BE49-F238E27FC236}">
                <a16:creationId xmlns:a16="http://schemas.microsoft.com/office/drawing/2014/main" id="{93A46476-17E2-C803-D46C-16848879D0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47252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b6c7e62156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b6c7e62156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b6c7e62156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b6c7e62156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b6c7e62156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b6c7e62156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6c7e6215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b6c7e6215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pn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Artscfghgboard – 5.png"/>
          <p:cNvPicPr preferRelativeResize="0"/>
          <p:nvPr/>
        </p:nvPicPr>
        <p:blipFill>
          <a:blip r:embed="rId3">
            <a:alphaModFix/>
          </a:blip>
          <a:stretch>
            <a:fillRect/>
          </a:stretch>
        </p:blipFill>
        <p:spPr>
          <a:xfrm>
            <a:off x="0" y="0"/>
            <a:ext cx="9144018" cy="5143501"/>
          </a:xfrm>
          <a:prstGeom prst="rect">
            <a:avLst/>
          </a:prstGeom>
          <a:noFill/>
          <a:ln>
            <a:noFill/>
          </a:ln>
        </p:spPr>
      </p:pic>
      <p:sp>
        <p:nvSpPr>
          <p:cNvPr id="55" name="Google Shape;55;p13"/>
          <p:cNvSpPr txBox="1"/>
          <p:nvPr/>
        </p:nvSpPr>
        <p:spPr>
          <a:xfrm>
            <a:off x="239725" y="3421073"/>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Name : Targaryen </a:t>
            </a:r>
            <a:endParaRPr sz="1600" dirty="0">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239737" y="4298158"/>
            <a:ext cx="9331821" cy="723421"/>
          </a:xfrm>
          <a:prstGeom prst="rect">
            <a:avLst/>
          </a:prstGeom>
          <a:noFill/>
          <a:ln>
            <a:noFill/>
          </a:ln>
        </p:spPr>
        <p:txBody>
          <a:bodyPr spcFirstLastPara="1" wrap="square" lIns="91425" tIns="91425" rIns="91425" bIns="91425" anchor="t" anchorCtr="0">
            <a:normAutofit/>
          </a:bodyPr>
          <a:lstStyle/>
          <a:p>
            <a:pPr lvl="0">
              <a:lnSpc>
                <a:spcPct val="70000"/>
              </a:lnSpc>
            </a:pPr>
            <a:r>
              <a:rPr lang="en-GB" sz="1600" dirty="0">
                <a:solidFill>
                  <a:srgbClr val="202729"/>
                </a:solidFill>
                <a:latin typeface="Manrope SemiBold"/>
                <a:ea typeface="Manrope SemiBold"/>
                <a:cs typeface="Manrope SemiBold"/>
                <a:sym typeface="Manrope SemiBold"/>
              </a:rPr>
              <a:t>Problem Statement : AI-Powered Personalized Learning &amp; Productivity System for </a:t>
            </a:r>
          </a:p>
          <a:p>
            <a:pPr lvl="0">
              <a:lnSpc>
                <a:spcPct val="70000"/>
              </a:lnSpc>
            </a:pPr>
            <a:endParaRPr lang="en-GB" sz="1600" dirty="0">
              <a:solidFill>
                <a:srgbClr val="202729"/>
              </a:solidFill>
              <a:latin typeface="Manrope SemiBold"/>
              <a:ea typeface="Manrope SemiBold"/>
              <a:cs typeface="Manrope SemiBold"/>
              <a:sym typeface="Manrope SemiBold"/>
            </a:endParaRPr>
          </a:p>
          <a:p>
            <a:pPr lvl="0">
              <a:lnSpc>
                <a:spcPct val="70000"/>
              </a:lnSpc>
            </a:pPr>
            <a:r>
              <a:rPr lang="en-GB" sz="1600" dirty="0">
                <a:solidFill>
                  <a:srgbClr val="202729"/>
                </a:solidFill>
                <a:latin typeface="Manrope SemiBold"/>
                <a:ea typeface="Manrope SemiBold"/>
                <a:cs typeface="Manrope SemiBold"/>
                <a:sym typeface="Manrope SemiBold"/>
              </a:rPr>
              <a:t>Government Exam Aspirants.</a:t>
            </a:r>
            <a:endParaRPr sz="1600" dirty="0">
              <a:solidFill>
                <a:srgbClr val="202729"/>
              </a:solidFill>
              <a:latin typeface="Manrope SemiBold"/>
              <a:ea typeface="Manrope SemiBold"/>
              <a:cs typeface="Manrope SemiBold"/>
              <a:sym typeface="Manrope SemiBold"/>
            </a:endParaRPr>
          </a:p>
        </p:txBody>
      </p:sp>
      <p:sp>
        <p:nvSpPr>
          <p:cNvPr id="57" name="Google Shape;57;p13"/>
          <p:cNvSpPr txBox="1"/>
          <p:nvPr/>
        </p:nvSpPr>
        <p:spPr>
          <a:xfrm>
            <a:off x="239725" y="385445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Leader Name : </a:t>
            </a:r>
            <a:r>
              <a:rPr lang="en-GB" sz="1600" dirty="0" err="1">
                <a:solidFill>
                  <a:srgbClr val="202729"/>
                </a:solidFill>
                <a:latin typeface="Manrope SemiBold"/>
                <a:ea typeface="Manrope SemiBold"/>
                <a:cs typeface="Manrope SemiBold"/>
                <a:sym typeface="Manrope SemiBold"/>
              </a:rPr>
              <a:t>P.P.Sakthivel</a:t>
            </a: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3" name="Google Shape;63;p14"/>
          <p:cNvSpPr txBox="1"/>
          <p:nvPr/>
        </p:nvSpPr>
        <p:spPr>
          <a:xfrm>
            <a:off x="255553" y="1465069"/>
            <a:ext cx="8832300" cy="4093461"/>
          </a:xfrm>
          <a:prstGeom prst="rect">
            <a:avLst/>
          </a:prstGeom>
          <a:noFill/>
          <a:ln>
            <a:noFill/>
          </a:ln>
        </p:spPr>
        <p:txBody>
          <a:bodyPr spcFirstLastPara="1" wrap="square" lIns="91425" tIns="91425" rIns="91425" bIns="91425" anchor="t" anchorCtr="0">
            <a:normAutofit/>
          </a:bodyPr>
          <a:lstStyle/>
          <a:p>
            <a:r>
              <a:rPr lang="en-US" sz="1800" b="1" dirty="0" err="1"/>
              <a:t>BharatPath</a:t>
            </a:r>
            <a:r>
              <a:rPr lang="en-US" sz="1800" b="1" dirty="0"/>
              <a:t> AI</a:t>
            </a:r>
            <a:r>
              <a:rPr lang="en-US" sz="1800" dirty="0"/>
              <a:t> is an AI-powered personalized learning and productivity platform for government exam aspirants in India. It provides verified exam notifications, welfare scheme updates, personalized eligibility analysis, and intelligent study assistance in regional languages, helping students easily understand and manage important information.</a:t>
            </a:r>
          </a:p>
          <a:p>
            <a:endParaRPr lang="en-US" sz="1800" dirty="0"/>
          </a:p>
          <a:p>
            <a:r>
              <a:rPr lang="en-US" sz="1800" dirty="0"/>
              <a:t>The platform solves key challenges such as lack of proper guidance, unstructured study plans, language barriers, and low preparation efficiency. Using artificial intelligence, </a:t>
            </a:r>
            <a:r>
              <a:rPr lang="en-US" sz="1800" dirty="0" err="1"/>
              <a:t>BharatPath</a:t>
            </a:r>
            <a:r>
              <a:rPr lang="en-US" sz="1800" dirty="0"/>
              <a:t> AI creates customized learning paths and delivers smart reminders to improve focus, time management, and overall exam performance. Our mission is to make exam preparation more accessible, organized, and effective for every student.</a:t>
            </a:r>
          </a:p>
          <a:p>
            <a:endParaRPr lang="en-US" sz="1800" dirty="0"/>
          </a:p>
        </p:txBody>
      </p:sp>
      <p:sp>
        <p:nvSpPr>
          <p:cNvPr id="2" name="Text 0">
            <a:extLst>
              <a:ext uri="{FF2B5EF4-FFF2-40B4-BE49-F238E27FC236}">
                <a16:creationId xmlns:a16="http://schemas.microsoft.com/office/drawing/2014/main" id="{31F51CC4-3996-E0B3-F88D-0E3E846B068B}"/>
              </a:ext>
            </a:extLst>
          </p:cNvPr>
          <p:cNvSpPr/>
          <p:nvPr/>
        </p:nvSpPr>
        <p:spPr>
          <a:xfrm>
            <a:off x="496119" y="1022082"/>
            <a:ext cx="3544119" cy="442987"/>
          </a:xfrm>
          <a:prstGeom prst="rect">
            <a:avLst/>
          </a:prstGeom>
          <a:noFill/>
          <a:ln/>
        </p:spPr>
        <p:txBody>
          <a:bodyPr wrap="none" lIns="0" tIns="0" rIns="0" bIns="0" rtlCol="0" anchor="t"/>
          <a:lstStyle/>
          <a:p>
            <a:pPr>
              <a:lnSpc>
                <a:spcPts val="3469"/>
              </a:lnSpc>
            </a:pPr>
            <a:r>
              <a:rPr lang="en-US" sz="2781" b="1" dirty="0">
                <a:latin typeface="Inter Bold" pitchFamily="34" charset="0"/>
                <a:ea typeface="Inter Bold" pitchFamily="34" charset="-122"/>
                <a:cs typeface="Inter Bold" pitchFamily="34" charset="-120"/>
              </a:rPr>
              <a:t>About BharatPath AI</a:t>
            </a:r>
            <a:endParaRPr lang="en-US" sz="278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9" name="Google Shape;69;p15"/>
          <p:cNvSpPr txBox="1"/>
          <p:nvPr/>
        </p:nvSpPr>
        <p:spPr>
          <a:xfrm>
            <a:off x="294723" y="783203"/>
            <a:ext cx="8682398" cy="4090699"/>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200"/>
              </a:spcBef>
              <a:spcAft>
                <a:spcPts val="1200"/>
              </a:spcAft>
              <a:buSzPts val="935"/>
              <a:buNone/>
            </a:pPr>
            <a:endParaRPr sz="1600" dirty="0">
              <a:solidFill>
                <a:srgbClr val="202729"/>
              </a:solidFill>
              <a:latin typeface="Manrope SemiBold"/>
              <a:ea typeface="Manrope SemiBold"/>
              <a:cs typeface="Manrope SemiBold"/>
              <a:sym typeface="Manrope SemiBold"/>
            </a:endParaRPr>
          </a:p>
        </p:txBody>
      </p:sp>
      <p:sp>
        <p:nvSpPr>
          <p:cNvPr id="23" name="Text 0">
            <a:extLst>
              <a:ext uri="{FF2B5EF4-FFF2-40B4-BE49-F238E27FC236}">
                <a16:creationId xmlns:a16="http://schemas.microsoft.com/office/drawing/2014/main" id="{63E43A43-D164-1CC3-582B-011AF5C22C91}"/>
              </a:ext>
            </a:extLst>
          </p:cNvPr>
          <p:cNvSpPr/>
          <p:nvPr/>
        </p:nvSpPr>
        <p:spPr>
          <a:xfrm>
            <a:off x="496119" y="497607"/>
            <a:ext cx="4500711" cy="420886"/>
          </a:xfrm>
          <a:prstGeom prst="rect">
            <a:avLst/>
          </a:prstGeom>
          <a:noFill/>
          <a:ln/>
        </p:spPr>
        <p:txBody>
          <a:bodyPr wrap="none" lIns="0" tIns="0" rIns="0" bIns="0" rtlCol="0" anchor="t"/>
          <a:lstStyle/>
          <a:p>
            <a:pPr>
              <a:lnSpc>
                <a:spcPts val="3313"/>
              </a:lnSpc>
            </a:pPr>
            <a:r>
              <a:rPr lang="en-US" sz="2625" b="1" dirty="0">
                <a:latin typeface="Inter Bold" pitchFamily="34" charset="0"/>
                <a:ea typeface="Inter Bold" pitchFamily="34" charset="-122"/>
                <a:cs typeface="Inter Bold" pitchFamily="34" charset="-120"/>
              </a:rPr>
              <a:t>Uniqueness of Our Solution</a:t>
            </a:r>
            <a:endParaRPr lang="en-US" sz="2625" dirty="0"/>
          </a:p>
        </p:txBody>
      </p:sp>
      <p:sp>
        <p:nvSpPr>
          <p:cNvPr id="24" name="Text 1">
            <a:extLst>
              <a:ext uri="{FF2B5EF4-FFF2-40B4-BE49-F238E27FC236}">
                <a16:creationId xmlns:a16="http://schemas.microsoft.com/office/drawing/2014/main" id="{6586D21A-8B13-73BB-6FEF-606D940A7718}"/>
              </a:ext>
            </a:extLst>
          </p:cNvPr>
          <p:cNvSpPr/>
          <p:nvPr/>
        </p:nvSpPr>
        <p:spPr>
          <a:xfrm>
            <a:off x="496119" y="969615"/>
            <a:ext cx="3265066" cy="336724"/>
          </a:xfrm>
          <a:prstGeom prst="rect">
            <a:avLst/>
          </a:prstGeom>
          <a:noFill/>
          <a:ln/>
        </p:spPr>
        <p:txBody>
          <a:bodyPr wrap="none" lIns="0" tIns="0" rIns="0" bIns="0" rtlCol="0" anchor="t"/>
          <a:lstStyle/>
          <a:p>
            <a:pPr>
              <a:lnSpc>
                <a:spcPts val="2625"/>
              </a:lnSpc>
            </a:pPr>
            <a:r>
              <a:rPr lang="en-US" sz="2094" b="1" dirty="0">
                <a:latin typeface="Inter Bold" pitchFamily="34" charset="0"/>
                <a:ea typeface="Inter Bold" pitchFamily="34" charset="-122"/>
                <a:cs typeface="Inter Bold" pitchFamily="34" charset="-120"/>
              </a:rPr>
              <a:t>What Makes Us Different</a:t>
            </a:r>
            <a:endParaRPr lang="en-US" sz="2094" dirty="0"/>
          </a:p>
        </p:txBody>
      </p:sp>
      <p:sp>
        <p:nvSpPr>
          <p:cNvPr id="25" name="Shape 2">
            <a:extLst>
              <a:ext uri="{FF2B5EF4-FFF2-40B4-BE49-F238E27FC236}">
                <a16:creationId xmlns:a16="http://schemas.microsoft.com/office/drawing/2014/main" id="{824BE99D-84DA-C5F5-A431-CE05C9F4FC85}"/>
              </a:ext>
            </a:extLst>
          </p:cNvPr>
          <p:cNvSpPr/>
          <p:nvPr/>
        </p:nvSpPr>
        <p:spPr>
          <a:xfrm>
            <a:off x="476675" y="1498253"/>
            <a:ext cx="4011886" cy="775916"/>
          </a:xfrm>
          <a:prstGeom prst="roundRect">
            <a:avLst>
              <a:gd name="adj" fmla="val 7290"/>
            </a:avLst>
          </a:prstGeom>
          <a:solidFill>
            <a:srgbClr val="DADBF1"/>
          </a:solidFill>
          <a:ln w="7620">
            <a:solidFill>
              <a:srgbClr val="C0C1D7"/>
            </a:solidFill>
            <a:prstDash val="solid"/>
          </a:ln>
        </p:spPr>
        <p:txBody>
          <a:bodyPr/>
          <a:lstStyle/>
          <a:p>
            <a:endParaRPr lang="en-IN" sz="875"/>
          </a:p>
        </p:txBody>
      </p:sp>
      <p:sp>
        <p:nvSpPr>
          <p:cNvPr id="26" name="Text 3">
            <a:extLst>
              <a:ext uri="{FF2B5EF4-FFF2-40B4-BE49-F238E27FC236}">
                <a16:creationId xmlns:a16="http://schemas.microsoft.com/office/drawing/2014/main" id="{4DE10E5A-3A3F-C876-4230-F08B05885D44}"/>
              </a:ext>
            </a:extLst>
          </p:cNvPr>
          <p:cNvSpPr/>
          <p:nvPr/>
        </p:nvSpPr>
        <p:spPr>
          <a:xfrm>
            <a:off x="6487747" y="806201"/>
            <a:ext cx="2361530" cy="210369"/>
          </a:xfrm>
          <a:prstGeom prst="rect">
            <a:avLst/>
          </a:prstGeom>
          <a:noFill/>
          <a:ln/>
        </p:spPr>
        <p:txBody>
          <a:bodyPr wrap="none" lIns="0" tIns="0" rIns="0" bIns="0" rtlCol="0" anchor="t"/>
          <a:lstStyle/>
          <a:p>
            <a:pPr>
              <a:lnSpc>
                <a:spcPts val="1656"/>
              </a:lnSpc>
            </a:pPr>
            <a:r>
              <a:rPr lang="en-US" sz="1313" b="1" dirty="0">
                <a:solidFill>
                  <a:srgbClr val="272525"/>
                </a:solidFill>
                <a:latin typeface="Inter Bold" pitchFamily="34" charset="0"/>
                <a:ea typeface="Inter Bold" pitchFamily="34" charset="-122"/>
                <a:cs typeface="Inter Bold" pitchFamily="34" charset="-120"/>
              </a:rPr>
              <a:t>AI-based eligibility matching</a:t>
            </a:r>
            <a:endParaRPr lang="en-US" sz="1313" dirty="0"/>
          </a:p>
        </p:txBody>
      </p:sp>
      <p:sp>
        <p:nvSpPr>
          <p:cNvPr id="27" name="Text 4">
            <a:extLst>
              <a:ext uri="{FF2B5EF4-FFF2-40B4-BE49-F238E27FC236}">
                <a16:creationId xmlns:a16="http://schemas.microsoft.com/office/drawing/2014/main" id="{16872BCE-65FD-F945-7187-7E5B653A29D6}"/>
              </a:ext>
            </a:extLst>
          </p:cNvPr>
          <p:cNvSpPr/>
          <p:nvPr/>
        </p:nvSpPr>
        <p:spPr>
          <a:xfrm>
            <a:off x="5989450" y="641126"/>
            <a:ext cx="3733130" cy="210071"/>
          </a:xfrm>
          <a:prstGeom prst="rect">
            <a:avLst/>
          </a:prstGeom>
          <a:noFill/>
          <a:ln/>
        </p:spPr>
        <p:txBody>
          <a:bodyPr wrap="none" lIns="0" tIns="0" rIns="0" bIns="0" rtlCol="0" anchor="t"/>
          <a:lstStyle/>
          <a:p>
            <a:pPr>
              <a:lnSpc>
                <a:spcPts val="1625"/>
              </a:lnSpc>
            </a:pPr>
            <a:r>
              <a:rPr lang="en-US" sz="1031" dirty="0">
                <a:solidFill>
                  <a:srgbClr val="272525"/>
                </a:solidFill>
                <a:latin typeface="Inter" pitchFamily="34" charset="0"/>
                <a:ea typeface="Inter" pitchFamily="34" charset="-122"/>
                <a:cs typeface="Inter" pitchFamily="34" charset="-120"/>
              </a:rPr>
              <a:t>Instant personalized recommendations</a:t>
            </a:r>
            <a:endParaRPr lang="en-US" sz="1031" dirty="0"/>
          </a:p>
        </p:txBody>
      </p:sp>
      <p:sp>
        <p:nvSpPr>
          <p:cNvPr id="28" name="Shape 5">
            <a:extLst>
              <a:ext uri="{FF2B5EF4-FFF2-40B4-BE49-F238E27FC236}">
                <a16:creationId xmlns:a16="http://schemas.microsoft.com/office/drawing/2014/main" id="{407BB183-C330-2064-FA85-75E237A20F89}"/>
              </a:ext>
            </a:extLst>
          </p:cNvPr>
          <p:cNvSpPr/>
          <p:nvPr/>
        </p:nvSpPr>
        <p:spPr>
          <a:xfrm>
            <a:off x="4635922" y="1498253"/>
            <a:ext cx="4011960" cy="775916"/>
          </a:xfrm>
          <a:prstGeom prst="roundRect">
            <a:avLst>
              <a:gd name="adj" fmla="val 7290"/>
            </a:avLst>
          </a:prstGeom>
          <a:solidFill>
            <a:srgbClr val="DADBF1"/>
          </a:solidFill>
          <a:ln w="7620">
            <a:solidFill>
              <a:srgbClr val="C0C1D7"/>
            </a:solidFill>
            <a:prstDash val="solid"/>
          </a:ln>
        </p:spPr>
        <p:txBody>
          <a:bodyPr/>
          <a:lstStyle/>
          <a:p>
            <a:r>
              <a:rPr lang="en-US" sz="1310" b="1" dirty="0"/>
              <a:t>Smart Study Planner (Goal-Based Preparation)</a:t>
            </a:r>
          </a:p>
          <a:p>
            <a:endParaRPr lang="en-US" sz="1030" b="1" dirty="0"/>
          </a:p>
          <a:p>
            <a:r>
              <a:rPr lang="en-US" sz="1030" dirty="0"/>
              <a:t>Most students don’t know what to study daily.</a:t>
            </a:r>
          </a:p>
          <a:p>
            <a:endParaRPr lang="en-IN" sz="1310" b="1" dirty="0"/>
          </a:p>
        </p:txBody>
      </p:sp>
      <p:sp>
        <p:nvSpPr>
          <p:cNvPr id="29" name="Text 6">
            <a:extLst>
              <a:ext uri="{FF2B5EF4-FFF2-40B4-BE49-F238E27FC236}">
                <a16:creationId xmlns:a16="http://schemas.microsoft.com/office/drawing/2014/main" id="{5BA7C158-04AF-9237-AC62-3ACD8AEE1E4D}"/>
              </a:ext>
            </a:extLst>
          </p:cNvPr>
          <p:cNvSpPr/>
          <p:nvPr/>
        </p:nvSpPr>
        <p:spPr>
          <a:xfrm>
            <a:off x="4713254" y="1014646"/>
            <a:ext cx="2058070" cy="210369"/>
          </a:xfrm>
          <a:prstGeom prst="rect">
            <a:avLst/>
          </a:prstGeom>
          <a:noFill/>
          <a:ln/>
        </p:spPr>
        <p:txBody>
          <a:bodyPr wrap="none" lIns="0" tIns="0" rIns="0" bIns="0" rtlCol="0" anchor="t"/>
          <a:lstStyle/>
          <a:p>
            <a:pPr>
              <a:lnSpc>
                <a:spcPts val="1656"/>
              </a:lnSpc>
            </a:pPr>
            <a:r>
              <a:rPr lang="en-US" sz="1313" b="1" dirty="0">
                <a:solidFill>
                  <a:srgbClr val="272525"/>
                </a:solidFill>
                <a:latin typeface="Inter Bold" pitchFamily="34" charset="0"/>
                <a:ea typeface="Inter Bold" pitchFamily="34" charset="-122"/>
                <a:cs typeface="Inter Bold" pitchFamily="34" charset="-120"/>
              </a:rPr>
              <a:t>Fake notification filtering</a:t>
            </a:r>
            <a:endParaRPr lang="en-US" sz="1313" dirty="0"/>
          </a:p>
        </p:txBody>
      </p:sp>
      <p:sp>
        <p:nvSpPr>
          <p:cNvPr id="30" name="Text 7">
            <a:extLst>
              <a:ext uri="{FF2B5EF4-FFF2-40B4-BE49-F238E27FC236}">
                <a16:creationId xmlns:a16="http://schemas.microsoft.com/office/drawing/2014/main" id="{3978A346-5FD3-2FBE-2454-CE0FF5F160EB}"/>
              </a:ext>
            </a:extLst>
          </p:cNvPr>
          <p:cNvSpPr/>
          <p:nvPr/>
        </p:nvSpPr>
        <p:spPr>
          <a:xfrm>
            <a:off x="4713254" y="1194076"/>
            <a:ext cx="3733205" cy="210071"/>
          </a:xfrm>
          <a:prstGeom prst="rect">
            <a:avLst/>
          </a:prstGeom>
          <a:noFill/>
          <a:ln/>
        </p:spPr>
        <p:txBody>
          <a:bodyPr wrap="none" lIns="0" tIns="0" rIns="0" bIns="0" rtlCol="0" anchor="t"/>
          <a:lstStyle/>
          <a:p>
            <a:pPr>
              <a:lnSpc>
                <a:spcPts val="1625"/>
              </a:lnSpc>
            </a:pPr>
            <a:r>
              <a:rPr lang="en-US" sz="1031" dirty="0">
                <a:solidFill>
                  <a:srgbClr val="272525"/>
                </a:solidFill>
                <a:latin typeface="Inter" pitchFamily="34" charset="0"/>
                <a:ea typeface="Inter" pitchFamily="34" charset="-122"/>
                <a:cs typeface="Inter" pitchFamily="34" charset="-120"/>
              </a:rPr>
              <a:t>Only verified, authentic sources</a:t>
            </a:r>
            <a:endParaRPr lang="en-US" sz="1031" dirty="0"/>
          </a:p>
        </p:txBody>
      </p:sp>
      <p:sp>
        <p:nvSpPr>
          <p:cNvPr id="31" name="Shape 8">
            <a:extLst>
              <a:ext uri="{FF2B5EF4-FFF2-40B4-BE49-F238E27FC236}">
                <a16:creationId xmlns:a16="http://schemas.microsoft.com/office/drawing/2014/main" id="{AC46DDF9-57C0-11C2-52CD-09044C87520F}"/>
              </a:ext>
            </a:extLst>
          </p:cNvPr>
          <p:cNvSpPr/>
          <p:nvPr/>
        </p:nvSpPr>
        <p:spPr>
          <a:xfrm>
            <a:off x="496119" y="2402086"/>
            <a:ext cx="4011886" cy="775916"/>
          </a:xfrm>
          <a:prstGeom prst="roundRect">
            <a:avLst>
              <a:gd name="adj" fmla="val 7290"/>
            </a:avLst>
          </a:prstGeom>
          <a:solidFill>
            <a:srgbClr val="DADBF1"/>
          </a:solidFill>
          <a:ln w="7620">
            <a:solidFill>
              <a:srgbClr val="C0C1D7"/>
            </a:solidFill>
            <a:prstDash val="solid"/>
          </a:ln>
        </p:spPr>
        <p:txBody>
          <a:bodyPr/>
          <a:lstStyle/>
          <a:p>
            <a:endParaRPr lang="en-IN" sz="875"/>
          </a:p>
        </p:txBody>
      </p:sp>
      <p:sp>
        <p:nvSpPr>
          <p:cNvPr id="32" name="Text 9">
            <a:extLst>
              <a:ext uri="{FF2B5EF4-FFF2-40B4-BE49-F238E27FC236}">
                <a16:creationId xmlns:a16="http://schemas.microsoft.com/office/drawing/2014/main" id="{7E11FF84-6EC1-1F06-7673-1E77991B6F04}"/>
              </a:ext>
            </a:extLst>
          </p:cNvPr>
          <p:cNvSpPr/>
          <p:nvPr/>
        </p:nvSpPr>
        <p:spPr>
          <a:xfrm>
            <a:off x="635496" y="2462096"/>
            <a:ext cx="2202508" cy="210369"/>
          </a:xfrm>
          <a:prstGeom prst="rect">
            <a:avLst/>
          </a:prstGeom>
          <a:noFill/>
          <a:ln/>
        </p:spPr>
        <p:txBody>
          <a:bodyPr wrap="none" lIns="0" tIns="0" rIns="0" bIns="0" rtlCol="0" anchor="t"/>
          <a:lstStyle/>
          <a:p>
            <a:pPr>
              <a:lnSpc>
                <a:spcPts val="1656"/>
              </a:lnSpc>
            </a:pPr>
            <a:r>
              <a:rPr lang="en-US" sz="1313" b="1" dirty="0">
                <a:solidFill>
                  <a:srgbClr val="272525"/>
                </a:solidFill>
                <a:latin typeface="Inter Bold" pitchFamily="34" charset="0"/>
                <a:ea typeface="Inter Bold" pitchFamily="34" charset="-122"/>
                <a:cs typeface="Inter Bold" pitchFamily="34" charset="-120"/>
              </a:rPr>
              <a:t>Regional language support</a:t>
            </a:r>
            <a:endParaRPr lang="en-US" sz="1313" dirty="0"/>
          </a:p>
        </p:txBody>
      </p:sp>
      <p:sp>
        <p:nvSpPr>
          <p:cNvPr id="33" name="Text 10">
            <a:extLst>
              <a:ext uri="{FF2B5EF4-FFF2-40B4-BE49-F238E27FC236}">
                <a16:creationId xmlns:a16="http://schemas.microsoft.com/office/drawing/2014/main" id="{FF38A4F3-001A-0CE2-3054-8E0830584D84}"/>
              </a:ext>
            </a:extLst>
          </p:cNvPr>
          <p:cNvSpPr/>
          <p:nvPr/>
        </p:nvSpPr>
        <p:spPr>
          <a:xfrm>
            <a:off x="635496" y="2788724"/>
            <a:ext cx="3733130" cy="210071"/>
          </a:xfrm>
          <a:prstGeom prst="rect">
            <a:avLst/>
          </a:prstGeom>
          <a:noFill/>
          <a:ln/>
        </p:spPr>
        <p:txBody>
          <a:bodyPr wrap="none" lIns="0" tIns="0" rIns="0" bIns="0" rtlCol="0" anchor="t"/>
          <a:lstStyle/>
          <a:p>
            <a:pPr>
              <a:lnSpc>
                <a:spcPts val="1625"/>
              </a:lnSpc>
            </a:pPr>
            <a:r>
              <a:rPr lang="en-US" sz="1031" dirty="0">
                <a:solidFill>
                  <a:srgbClr val="272525"/>
                </a:solidFill>
                <a:latin typeface="Inter" pitchFamily="34" charset="0"/>
                <a:ea typeface="Inter" pitchFamily="34" charset="-122"/>
                <a:cs typeface="Inter" pitchFamily="34" charset="-120"/>
              </a:rPr>
              <a:t>Breaking language barriers</a:t>
            </a:r>
            <a:endParaRPr lang="en-US" sz="1031" dirty="0"/>
          </a:p>
        </p:txBody>
      </p:sp>
      <p:sp>
        <p:nvSpPr>
          <p:cNvPr id="34" name="Shape 11">
            <a:extLst>
              <a:ext uri="{FF2B5EF4-FFF2-40B4-BE49-F238E27FC236}">
                <a16:creationId xmlns:a16="http://schemas.microsoft.com/office/drawing/2014/main" id="{9FEB4C62-4B62-2491-3BFB-B00FBC13A384}"/>
              </a:ext>
            </a:extLst>
          </p:cNvPr>
          <p:cNvSpPr/>
          <p:nvPr/>
        </p:nvSpPr>
        <p:spPr>
          <a:xfrm>
            <a:off x="4647382" y="2398851"/>
            <a:ext cx="4011960" cy="775916"/>
          </a:xfrm>
          <a:prstGeom prst="roundRect">
            <a:avLst>
              <a:gd name="adj" fmla="val 7290"/>
            </a:avLst>
          </a:prstGeom>
          <a:solidFill>
            <a:srgbClr val="DADBF1"/>
          </a:solidFill>
          <a:ln w="7620">
            <a:solidFill>
              <a:srgbClr val="C0C1D7"/>
            </a:solidFill>
            <a:prstDash val="solid"/>
          </a:ln>
        </p:spPr>
        <p:txBody>
          <a:bodyPr/>
          <a:lstStyle/>
          <a:p>
            <a:r>
              <a:rPr lang="en-IN" sz="1310" b="1" dirty="0"/>
              <a:t>AI</a:t>
            </a:r>
            <a:r>
              <a:rPr lang="en-IN" sz="1310" dirty="0"/>
              <a:t>-</a:t>
            </a:r>
            <a:r>
              <a:rPr lang="en-IN" sz="1310" b="1" dirty="0"/>
              <a:t>based eligibility matching</a:t>
            </a:r>
          </a:p>
          <a:p>
            <a:endParaRPr lang="en-IN" sz="1030" dirty="0"/>
          </a:p>
          <a:p>
            <a:r>
              <a:rPr lang="en-IN" sz="1030" dirty="0"/>
              <a:t>Instant personalized recommendation</a:t>
            </a:r>
          </a:p>
        </p:txBody>
      </p:sp>
      <p:sp>
        <p:nvSpPr>
          <p:cNvPr id="35" name="Text 12">
            <a:extLst>
              <a:ext uri="{FF2B5EF4-FFF2-40B4-BE49-F238E27FC236}">
                <a16:creationId xmlns:a16="http://schemas.microsoft.com/office/drawing/2014/main" id="{B60DD403-48B0-0611-6330-92C1B25FC552}"/>
              </a:ext>
            </a:extLst>
          </p:cNvPr>
          <p:cNvSpPr/>
          <p:nvPr/>
        </p:nvSpPr>
        <p:spPr>
          <a:xfrm>
            <a:off x="691644" y="1555105"/>
            <a:ext cx="2368525" cy="210369"/>
          </a:xfrm>
          <a:prstGeom prst="rect">
            <a:avLst/>
          </a:prstGeom>
          <a:noFill/>
          <a:ln/>
        </p:spPr>
        <p:txBody>
          <a:bodyPr wrap="none" lIns="0" tIns="0" rIns="0" bIns="0" rtlCol="0" anchor="t"/>
          <a:lstStyle/>
          <a:p>
            <a:pPr>
              <a:lnSpc>
                <a:spcPts val="1656"/>
              </a:lnSpc>
            </a:pPr>
            <a:r>
              <a:rPr lang="en-US" sz="1313" b="1" dirty="0">
                <a:solidFill>
                  <a:srgbClr val="272525"/>
                </a:solidFill>
                <a:latin typeface="Inter Bold" pitchFamily="34" charset="0"/>
                <a:ea typeface="Inter Bold" pitchFamily="34" charset="-122"/>
                <a:cs typeface="Inter Bold" pitchFamily="34" charset="-120"/>
              </a:rPr>
              <a:t>Personalized study assistant</a:t>
            </a:r>
            <a:endParaRPr lang="en-US" sz="1313" dirty="0"/>
          </a:p>
        </p:txBody>
      </p:sp>
      <p:sp>
        <p:nvSpPr>
          <p:cNvPr id="36" name="Text 13">
            <a:extLst>
              <a:ext uri="{FF2B5EF4-FFF2-40B4-BE49-F238E27FC236}">
                <a16:creationId xmlns:a16="http://schemas.microsoft.com/office/drawing/2014/main" id="{591A9308-BC46-42FC-FA5D-2DE6E89A3F93}"/>
              </a:ext>
            </a:extLst>
          </p:cNvPr>
          <p:cNvSpPr/>
          <p:nvPr/>
        </p:nvSpPr>
        <p:spPr>
          <a:xfrm>
            <a:off x="635496" y="1922416"/>
            <a:ext cx="3733205" cy="210071"/>
          </a:xfrm>
          <a:prstGeom prst="rect">
            <a:avLst/>
          </a:prstGeom>
          <a:noFill/>
          <a:ln/>
        </p:spPr>
        <p:txBody>
          <a:bodyPr wrap="none" lIns="0" tIns="0" rIns="0" bIns="0" rtlCol="0" anchor="t"/>
          <a:lstStyle/>
          <a:p>
            <a:pPr>
              <a:lnSpc>
                <a:spcPts val="1625"/>
              </a:lnSpc>
            </a:pPr>
            <a:r>
              <a:rPr lang="en-US" sz="1031" dirty="0">
                <a:solidFill>
                  <a:srgbClr val="272525"/>
                </a:solidFill>
                <a:latin typeface="Inter" pitchFamily="34" charset="0"/>
                <a:ea typeface="Inter" pitchFamily="34" charset="-122"/>
                <a:cs typeface="Inter" pitchFamily="34" charset="-120"/>
              </a:rPr>
              <a:t>Custom learning paths</a:t>
            </a:r>
            <a:endParaRPr lang="en-US" sz="1031" dirty="0"/>
          </a:p>
        </p:txBody>
      </p:sp>
      <p:sp>
        <p:nvSpPr>
          <p:cNvPr id="37" name="Shape 14">
            <a:extLst>
              <a:ext uri="{FF2B5EF4-FFF2-40B4-BE49-F238E27FC236}">
                <a16:creationId xmlns:a16="http://schemas.microsoft.com/office/drawing/2014/main" id="{AF3AF02B-6B74-8C97-FF2A-6BF9A5130588}"/>
              </a:ext>
            </a:extLst>
          </p:cNvPr>
          <p:cNvSpPr/>
          <p:nvPr/>
        </p:nvSpPr>
        <p:spPr>
          <a:xfrm>
            <a:off x="496119" y="3305920"/>
            <a:ext cx="4011886" cy="775916"/>
          </a:xfrm>
          <a:prstGeom prst="roundRect">
            <a:avLst>
              <a:gd name="adj" fmla="val 7290"/>
            </a:avLst>
          </a:prstGeom>
          <a:solidFill>
            <a:srgbClr val="DADBF1"/>
          </a:solidFill>
          <a:ln w="7620">
            <a:solidFill>
              <a:srgbClr val="C0C1D7"/>
            </a:solidFill>
            <a:prstDash val="solid"/>
          </a:ln>
        </p:spPr>
        <p:txBody>
          <a:bodyPr/>
          <a:lstStyle/>
          <a:p>
            <a:endParaRPr lang="en-IN" sz="875"/>
          </a:p>
        </p:txBody>
      </p:sp>
      <p:sp>
        <p:nvSpPr>
          <p:cNvPr id="38" name="Text 15">
            <a:extLst>
              <a:ext uri="{FF2B5EF4-FFF2-40B4-BE49-F238E27FC236}">
                <a16:creationId xmlns:a16="http://schemas.microsoft.com/office/drawing/2014/main" id="{54AF5AE0-E40B-A53A-FB88-AC689BB29AFF}"/>
              </a:ext>
            </a:extLst>
          </p:cNvPr>
          <p:cNvSpPr/>
          <p:nvPr/>
        </p:nvSpPr>
        <p:spPr>
          <a:xfrm>
            <a:off x="635496" y="3445297"/>
            <a:ext cx="1752303" cy="210369"/>
          </a:xfrm>
          <a:prstGeom prst="rect">
            <a:avLst/>
          </a:prstGeom>
          <a:noFill/>
          <a:ln/>
        </p:spPr>
        <p:txBody>
          <a:bodyPr wrap="none" lIns="0" tIns="0" rIns="0" bIns="0" rtlCol="0" anchor="t"/>
          <a:lstStyle/>
          <a:p>
            <a:pPr>
              <a:lnSpc>
                <a:spcPts val="1656"/>
              </a:lnSpc>
            </a:pPr>
            <a:r>
              <a:rPr lang="en-US" sz="1313" b="1" dirty="0">
                <a:solidFill>
                  <a:srgbClr val="272525"/>
                </a:solidFill>
                <a:latin typeface="Inter Bold" pitchFamily="34" charset="0"/>
                <a:ea typeface="Inter Bold" pitchFamily="34" charset="-122"/>
                <a:cs typeface="Inter Bold" pitchFamily="34" charset="-120"/>
              </a:rPr>
              <a:t>Smart deadline alerts</a:t>
            </a:r>
            <a:endParaRPr lang="en-US" sz="1313" dirty="0"/>
          </a:p>
        </p:txBody>
      </p:sp>
      <p:sp>
        <p:nvSpPr>
          <p:cNvPr id="39" name="Text 16">
            <a:extLst>
              <a:ext uri="{FF2B5EF4-FFF2-40B4-BE49-F238E27FC236}">
                <a16:creationId xmlns:a16="http://schemas.microsoft.com/office/drawing/2014/main" id="{6BF42ED7-ACE6-56BD-8C8C-EC7A0436A13D}"/>
              </a:ext>
            </a:extLst>
          </p:cNvPr>
          <p:cNvSpPr/>
          <p:nvPr/>
        </p:nvSpPr>
        <p:spPr>
          <a:xfrm>
            <a:off x="635496" y="3732386"/>
            <a:ext cx="3733130" cy="210071"/>
          </a:xfrm>
          <a:prstGeom prst="rect">
            <a:avLst/>
          </a:prstGeom>
          <a:noFill/>
          <a:ln/>
        </p:spPr>
        <p:txBody>
          <a:bodyPr wrap="none" lIns="0" tIns="0" rIns="0" bIns="0" rtlCol="0" anchor="t"/>
          <a:lstStyle/>
          <a:p>
            <a:pPr>
              <a:lnSpc>
                <a:spcPts val="1625"/>
              </a:lnSpc>
            </a:pPr>
            <a:r>
              <a:rPr lang="en-US" sz="1031" dirty="0">
                <a:solidFill>
                  <a:srgbClr val="272525"/>
                </a:solidFill>
                <a:latin typeface="Inter" pitchFamily="34" charset="0"/>
                <a:ea typeface="Inter" pitchFamily="34" charset="-122"/>
                <a:cs typeface="Inter" pitchFamily="34" charset="-120"/>
              </a:rPr>
              <a:t>Never miss important dates</a:t>
            </a:r>
            <a:endParaRPr lang="en-US" sz="1031" dirty="0"/>
          </a:p>
        </p:txBody>
      </p:sp>
      <p:sp>
        <p:nvSpPr>
          <p:cNvPr id="40" name="Shape 17">
            <a:extLst>
              <a:ext uri="{FF2B5EF4-FFF2-40B4-BE49-F238E27FC236}">
                <a16:creationId xmlns:a16="http://schemas.microsoft.com/office/drawing/2014/main" id="{59EEFAE6-8378-71B5-E33A-9F49766E18D9}"/>
              </a:ext>
            </a:extLst>
          </p:cNvPr>
          <p:cNvSpPr/>
          <p:nvPr/>
        </p:nvSpPr>
        <p:spPr>
          <a:xfrm>
            <a:off x="4635922" y="3305920"/>
            <a:ext cx="4011960" cy="775916"/>
          </a:xfrm>
          <a:prstGeom prst="roundRect">
            <a:avLst>
              <a:gd name="adj" fmla="val 7290"/>
            </a:avLst>
          </a:prstGeom>
          <a:solidFill>
            <a:srgbClr val="DADBF1"/>
          </a:solidFill>
          <a:ln w="7620">
            <a:solidFill>
              <a:srgbClr val="C0C1D7"/>
            </a:solidFill>
            <a:prstDash val="solid"/>
          </a:ln>
        </p:spPr>
        <p:txBody>
          <a:bodyPr/>
          <a:lstStyle/>
          <a:p>
            <a:endParaRPr lang="en-IN" sz="875"/>
          </a:p>
        </p:txBody>
      </p:sp>
      <p:sp>
        <p:nvSpPr>
          <p:cNvPr id="41" name="Text 18">
            <a:extLst>
              <a:ext uri="{FF2B5EF4-FFF2-40B4-BE49-F238E27FC236}">
                <a16:creationId xmlns:a16="http://schemas.microsoft.com/office/drawing/2014/main" id="{AB6E2B40-5652-F1BB-44DF-D7974AF9DE87}"/>
              </a:ext>
            </a:extLst>
          </p:cNvPr>
          <p:cNvSpPr/>
          <p:nvPr/>
        </p:nvSpPr>
        <p:spPr>
          <a:xfrm>
            <a:off x="4775299" y="3445297"/>
            <a:ext cx="2721918" cy="210369"/>
          </a:xfrm>
          <a:prstGeom prst="rect">
            <a:avLst/>
          </a:prstGeom>
          <a:noFill/>
          <a:ln/>
        </p:spPr>
        <p:txBody>
          <a:bodyPr wrap="none" lIns="0" tIns="0" rIns="0" bIns="0" rtlCol="0" anchor="t"/>
          <a:lstStyle/>
          <a:p>
            <a:pPr>
              <a:lnSpc>
                <a:spcPts val="1656"/>
              </a:lnSpc>
            </a:pPr>
            <a:r>
              <a:rPr lang="en-US" sz="1313" b="1" dirty="0">
                <a:solidFill>
                  <a:srgbClr val="272525"/>
                </a:solidFill>
                <a:latin typeface="Inter Bold" pitchFamily="34" charset="0"/>
                <a:ea typeface="Inter Bold" pitchFamily="34" charset="-122"/>
                <a:cs typeface="Inter Bold" pitchFamily="34" charset="-120"/>
              </a:rPr>
              <a:t>One platform for all opportunities</a:t>
            </a:r>
            <a:endParaRPr lang="en-US" sz="1313" dirty="0"/>
          </a:p>
        </p:txBody>
      </p:sp>
      <p:sp>
        <p:nvSpPr>
          <p:cNvPr id="42" name="Text 19">
            <a:extLst>
              <a:ext uri="{FF2B5EF4-FFF2-40B4-BE49-F238E27FC236}">
                <a16:creationId xmlns:a16="http://schemas.microsoft.com/office/drawing/2014/main" id="{2FD7F8FC-EDB1-E560-91C8-FE7030250D85}"/>
              </a:ext>
            </a:extLst>
          </p:cNvPr>
          <p:cNvSpPr/>
          <p:nvPr/>
        </p:nvSpPr>
        <p:spPr>
          <a:xfrm>
            <a:off x="4775299" y="3732386"/>
            <a:ext cx="3733205" cy="210071"/>
          </a:xfrm>
          <a:prstGeom prst="rect">
            <a:avLst/>
          </a:prstGeom>
          <a:noFill/>
          <a:ln/>
        </p:spPr>
        <p:txBody>
          <a:bodyPr wrap="none" lIns="0" tIns="0" rIns="0" bIns="0" rtlCol="0" anchor="t"/>
          <a:lstStyle/>
          <a:p>
            <a:pPr>
              <a:lnSpc>
                <a:spcPts val="1625"/>
              </a:lnSpc>
            </a:pPr>
            <a:r>
              <a:rPr lang="en-US" sz="1031" dirty="0">
                <a:solidFill>
                  <a:srgbClr val="272525"/>
                </a:solidFill>
                <a:latin typeface="Inter" pitchFamily="34" charset="0"/>
                <a:ea typeface="Inter" pitchFamily="34" charset="-122"/>
                <a:cs typeface="Inter" pitchFamily="34" charset="-120"/>
              </a:rPr>
              <a:t>Unified experience</a:t>
            </a:r>
            <a:endParaRPr lang="en-US" sz="1031" dirty="0"/>
          </a:p>
        </p:txBody>
      </p:sp>
      <p:sp>
        <p:nvSpPr>
          <p:cNvPr id="43" name="Text 20">
            <a:extLst>
              <a:ext uri="{FF2B5EF4-FFF2-40B4-BE49-F238E27FC236}">
                <a16:creationId xmlns:a16="http://schemas.microsoft.com/office/drawing/2014/main" id="{C97CBDA7-4D33-6091-B2E6-D2A1C5B08B51}"/>
              </a:ext>
            </a:extLst>
          </p:cNvPr>
          <p:cNvSpPr/>
          <p:nvPr/>
        </p:nvSpPr>
        <p:spPr>
          <a:xfrm>
            <a:off x="496119" y="4225752"/>
            <a:ext cx="8151763" cy="420142"/>
          </a:xfrm>
          <a:prstGeom prst="rect">
            <a:avLst/>
          </a:prstGeom>
          <a:noFill/>
          <a:ln/>
        </p:spPr>
        <p:txBody>
          <a:bodyPr wrap="square" lIns="0" tIns="0" rIns="0" bIns="0" rtlCol="0" anchor="t"/>
          <a:lstStyle/>
          <a:p>
            <a:pPr>
              <a:lnSpc>
                <a:spcPts val="1625"/>
              </a:lnSpc>
            </a:pPr>
            <a:r>
              <a:rPr lang="en-US" sz="1031" dirty="0">
                <a:solidFill>
                  <a:srgbClr val="272525"/>
                </a:solidFill>
                <a:latin typeface="Inter" pitchFamily="34" charset="0"/>
                <a:ea typeface="Inter" pitchFamily="34" charset="-122"/>
                <a:cs typeface="Inter" pitchFamily="34" charset="-120"/>
              </a:rPr>
              <a:t>Unlike existing portals, BharatPath AI uses Artificial Intelligence to personalize opportunities and guide students step-by-step through their journey.</a:t>
            </a:r>
            <a:endParaRPr lang="en-US" sz="103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6"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75" name="Google Shape;75;p16"/>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endParaRPr dirty="0">
              <a:solidFill>
                <a:srgbClr val="434343"/>
              </a:solidFill>
              <a:latin typeface="Manrope"/>
              <a:ea typeface="Manrope"/>
              <a:cs typeface="Manrope"/>
              <a:sym typeface="Manrope"/>
            </a:endParaRPr>
          </a:p>
        </p:txBody>
      </p:sp>
      <p:sp>
        <p:nvSpPr>
          <p:cNvPr id="2" name="Text 0">
            <a:extLst>
              <a:ext uri="{FF2B5EF4-FFF2-40B4-BE49-F238E27FC236}">
                <a16:creationId xmlns:a16="http://schemas.microsoft.com/office/drawing/2014/main" id="{78A4DB6B-CA8E-4372-C2F2-CDD04EC0D57B}"/>
              </a:ext>
            </a:extLst>
          </p:cNvPr>
          <p:cNvSpPr/>
          <p:nvPr/>
        </p:nvSpPr>
        <p:spPr>
          <a:xfrm>
            <a:off x="496119" y="746894"/>
            <a:ext cx="3544119" cy="442987"/>
          </a:xfrm>
          <a:prstGeom prst="rect">
            <a:avLst/>
          </a:prstGeom>
          <a:noFill/>
          <a:ln/>
        </p:spPr>
        <p:txBody>
          <a:bodyPr wrap="none" lIns="0" tIns="0" rIns="0" bIns="0" rtlCol="0" anchor="t"/>
          <a:lstStyle/>
          <a:p>
            <a:pPr>
              <a:lnSpc>
                <a:spcPts val="3469"/>
              </a:lnSpc>
            </a:pPr>
            <a:r>
              <a:rPr lang="en-US" sz="2781" b="1" dirty="0">
                <a:latin typeface="Inter Bold" pitchFamily="34" charset="0"/>
                <a:ea typeface="Inter Bold" pitchFamily="34" charset="-122"/>
                <a:cs typeface="Inter Bold" pitchFamily="34" charset="-120"/>
              </a:rPr>
              <a:t>Key Features</a:t>
            </a:r>
            <a:endParaRPr lang="en-US" sz="2781" dirty="0"/>
          </a:p>
        </p:txBody>
      </p:sp>
      <p:sp>
        <p:nvSpPr>
          <p:cNvPr id="3" name="Shape 1">
            <a:extLst>
              <a:ext uri="{FF2B5EF4-FFF2-40B4-BE49-F238E27FC236}">
                <a16:creationId xmlns:a16="http://schemas.microsoft.com/office/drawing/2014/main" id="{F9B890B1-FF49-F86C-31A8-2F566E5077CC}"/>
              </a:ext>
            </a:extLst>
          </p:cNvPr>
          <p:cNvSpPr/>
          <p:nvPr/>
        </p:nvSpPr>
        <p:spPr>
          <a:xfrm>
            <a:off x="496119" y="1473399"/>
            <a:ext cx="1931566" cy="1728267"/>
          </a:xfrm>
          <a:prstGeom prst="roundRect">
            <a:avLst>
              <a:gd name="adj" fmla="val 3445"/>
            </a:avLst>
          </a:prstGeom>
          <a:solidFill>
            <a:srgbClr val="DADBF1"/>
          </a:solidFill>
          <a:ln w="7620">
            <a:solidFill>
              <a:srgbClr val="C0C1D7"/>
            </a:solidFill>
            <a:prstDash val="solid"/>
          </a:ln>
        </p:spPr>
        <p:txBody>
          <a:bodyPr/>
          <a:lstStyle/>
          <a:p>
            <a:endParaRPr lang="en-IN" sz="875"/>
          </a:p>
        </p:txBody>
      </p:sp>
      <p:sp>
        <p:nvSpPr>
          <p:cNvPr id="4" name="Text 2">
            <a:extLst>
              <a:ext uri="{FF2B5EF4-FFF2-40B4-BE49-F238E27FC236}">
                <a16:creationId xmlns:a16="http://schemas.microsoft.com/office/drawing/2014/main" id="{FCBC35A7-5604-6568-8D9F-DA93C35FDD60}"/>
              </a:ext>
            </a:extLst>
          </p:cNvPr>
          <p:cNvSpPr/>
          <p:nvPr/>
        </p:nvSpPr>
        <p:spPr>
          <a:xfrm>
            <a:off x="642640" y="1619920"/>
            <a:ext cx="1638523" cy="442913"/>
          </a:xfrm>
          <a:prstGeom prst="rect">
            <a:avLst/>
          </a:prstGeom>
          <a:noFill/>
          <a:ln/>
        </p:spPr>
        <p:txBody>
          <a:bodyPr wrap="square" lIns="0" tIns="0" rIns="0" bIns="0" rtlCol="0" anchor="t"/>
          <a:lstStyle/>
          <a:p>
            <a:pPr>
              <a:lnSpc>
                <a:spcPts val="1719"/>
              </a:lnSpc>
            </a:pPr>
            <a:r>
              <a:rPr lang="en-US" sz="1375" b="1" dirty="0">
                <a:solidFill>
                  <a:srgbClr val="272525"/>
                </a:solidFill>
                <a:latin typeface="Inter Bold" pitchFamily="34" charset="0"/>
                <a:ea typeface="Inter Bold" pitchFamily="34" charset="-122"/>
                <a:cs typeface="Inter Bold" pitchFamily="34" charset="-120"/>
              </a:rPr>
              <a:t>Profile-Based Recommendations</a:t>
            </a:r>
            <a:endParaRPr lang="en-US" sz="1375" dirty="0"/>
          </a:p>
        </p:txBody>
      </p:sp>
      <p:sp>
        <p:nvSpPr>
          <p:cNvPr id="5" name="Text 3">
            <a:extLst>
              <a:ext uri="{FF2B5EF4-FFF2-40B4-BE49-F238E27FC236}">
                <a16:creationId xmlns:a16="http://schemas.microsoft.com/office/drawing/2014/main" id="{9E2A30DF-3015-0424-DFF4-1D36C9206DB3}"/>
              </a:ext>
            </a:extLst>
          </p:cNvPr>
          <p:cNvSpPr/>
          <p:nvPr/>
        </p:nvSpPr>
        <p:spPr>
          <a:xfrm>
            <a:off x="642640" y="2147888"/>
            <a:ext cx="1638523" cy="907256"/>
          </a:xfrm>
          <a:prstGeom prst="rect">
            <a:avLst/>
          </a:prstGeom>
          <a:noFill/>
          <a:ln/>
        </p:spPr>
        <p:txBody>
          <a:bodyPr wrap="square" lIns="0" tIns="0" rIns="0" bIns="0" rtlCol="0" anchor="t"/>
          <a:lstStyle/>
          <a:p>
            <a:pPr>
              <a:lnSpc>
                <a:spcPts val="1781"/>
              </a:lnSpc>
            </a:pPr>
            <a:r>
              <a:rPr lang="en-US" sz="1094" dirty="0">
                <a:solidFill>
                  <a:srgbClr val="272525"/>
                </a:solidFill>
                <a:latin typeface="Inter" pitchFamily="34" charset="0"/>
                <a:ea typeface="Inter" pitchFamily="34" charset="-122"/>
                <a:cs typeface="Inter" pitchFamily="34" charset="-120"/>
              </a:rPr>
              <a:t>Smart matching based on qualifications, location, and preferences</a:t>
            </a:r>
            <a:endParaRPr lang="en-US" sz="1094" dirty="0"/>
          </a:p>
        </p:txBody>
      </p:sp>
      <p:sp>
        <p:nvSpPr>
          <p:cNvPr id="6" name="Shape 4">
            <a:extLst>
              <a:ext uri="{FF2B5EF4-FFF2-40B4-BE49-F238E27FC236}">
                <a16:creationId xmlns:a16="http://schemas.microsoft.com/office/drawing/2014/main" id="{A9C7E63B-89D9-59A5-E304-F92D277EE9A1}"/>
              </a:ext>
            </a:extLst>
          </p:cNvPr>
          <p:cNvSpPr/>
          <p:nvPr/>
        </p:nvSpPr>
        <p:spPr>
          <a:xfrm>
            <a:off x="2569443" y="1473399"/>
            <a:ext cx="1931640" cy="1728267"/>
          </a:xfrm>
          <a:prstGeom prst="roundRect">
            <a:avLst>
              <a:gd name="adj" fmla="val 3445"/>
            </a:avLst>
          </a:prstGeom>
          <a:solidFill>
            <a:srgbClr val="DADBF1"/>
          </a:solidFill>
          <a:ln w="7620">
            <a:solidFill>
              <a:srgbClr val="C0C1D7"/>
            </a:solidFill>
            <a:prstDash val="solid"/>
          </a:ln>
        </p:spPr>
        <p:txBody>
          <a:bodyPr/>
          <a:lstStyle/>
          <a:p>
            <a:endParaRPr lang="en-IN" sz="875"/>
          </a:p>
        </p:txBody>
      </p:sp>
      <p:sp>
        <p:nvSpPr>
          <p:cNvPr id="7" name="Text 5">
            <a:extLst>
              <a:ext uri="{FF2B5EF4-FFF2-40B4-BE49-F238E27FC236}">
                <a16:creationId xmlns:a16="http://schemas.microsoft.com/office/drawing/2014/main" id="{0C02B591-2C65-6002-3F23-EB7C4F5B97EF}"/>
              </a:ext>
            </a:extLst>
          </p:cNvPr>
          <p:cNvSpPr/>
          <p:nvPr/>
        </p:nvSpPr>
        <p:spPr>
          <a:xfrm>
            <a:off x="2715964" y="1619920"/>
            <a:ext cx="1638598" cy="221456"/>
          </a:xfrm>
          <a:prstGeom prst="rect">
            <a:avLst/>
          </a:prstGeom>
          <a:noFill/>
          <a:ln/>
        </p:spPr>
        <p:txBody>
          <a:bodyPr wrap="none" lIns="0" tIns="0" rIns="0" bIns="0" rtlCol="0" anchor="t"/>
          <a:lstStyle/>
          <a:p>
            <a:pPr>
              <a:lnSpc>
                <a:spcPts val="1719"/>
              </a:lnSpc>
            </a:pPr>
            <a:r>
              <a:rPr lang="en-US" sz="1375" b="1" dirty="0">
                <a:solidFill>
                  <a:srgbClr val="272525"/>
                </a:solidFill>
                <a:latin typeface="Inter Bold" pitchFamily="34" charset="0"/>
                <a:ea typeface="Inter Bold" pitchFamily="34" charset="-122"/>
                <a:cs typeface="Inter Bold" pitchFamily="34" charset="-120"/>
              </a:rPr>
              <a:t>AI Chat Assistant</a:t>
            </a:r>
            <a:endParaRPr lang="en-US" sz="1375" dirty="0"/>
          </a:p>
        </p:txBody>
      </p:sp>
      <p:sp>
        <p:nvSpPr>
          <p:cNvPr id="8" name="Text 6">
            <a:extLst>
              <a:ext uri="{FF2B5EF4-FFF2-40B4-BE49-F238E27FC236}">
                <a16:creationId xmlns:a16="http://schemas.microsoft.com/office/drawing/2014/main" id="{16D640E3-08F5-BA12-22DD-9AE17C604756}"/>
              </a:ext>
            </a:extLst>
          </p:cNvPr>
          <p:cNvSpPr/>
          <p:nvPr/>
        </p:nvSpPr>
        <p:spPr>
          <a:xfrm>
            <a:off x="2715964" y="1926431"/>
            <a:ext cx="1638598" cy="680443"/>
          </a:xfrm>
          <a:prstGeom prst="rect">
            <a:avLst/>
          </a:prstGeom>
          <a:noFill/>
          <a:ln/>
        </p:spPr>
        <p:txBody>
          <a:bodyPr wrap="square" lIns="0" tIns="0" rIns="0" bIns="0" rtlCol="0" anchor="t"/>
          <a:lstStyle/>
          <a:p>
            <a:pPr>
              <a:lnSpc>
                <a:spcPts val="1781"/>
              </a:lnSpc>
            </a:pPr>
            <a:r>
              <a:rPr lang="en-US" sz="1094" dirty="0">
                <a:solidFill>
                  <a:srgbClr val="272525"/>
                </a:solidFill>
                <a:latin typeface="Inter" pitchFamily="34" charset="0"/>
                <a:ea typeface="Inter" pitchFamily="34" charset="-122"/>
                <a:cs typeface="Inter" pitchFamily="34" charset="-120"/>
              </a:rPr>
              <a:t>24/7 intelligent support for queries and guidance</a:t>
            </a:r>
            <a:endParaRPr lang="en-US" sz="1094" dirty="0"/>
          </a:p>
        </p:txBody>
      </p:sp>
      <p:sp>
        <p:nvSpPr>
          <p:cNvPr id="9" name="Shape 7">
            <a:extLst>
              <a:ext uri="{FF2B5EF4-FFF2-40B4-BE49-F238E27FC236}">
                <a16:creationId xmlns:a16="http://schemas.microsoft.com/office/drawing/2014/main" id="{FBB5687F-CF44-D9E3-A124-7BDA69F028D6}"/>
              </a:ext>
            </a:extLst>
          </p:cNvPr>
          <p:cNvSpPr/>
          <p:nvPr/>
        </p:nvSpPr>
        <p:spPr>
          <a:xfrm>
            <a:off x="4642843" y="1473399"/>
            <a:ext cx="1931640" cy="1728267"/>
          </a:xfrm>
          <a:prstGeom prst="roundRect">
            <a:avLst>
              <a:gd name="adj" fmla="val 3445"/>
            </a:avLst>
          </a:prstGeom>
          <a:solidFill>
            <a:srgbClr val="DADBF1"/>
          </a:solidFill>
          <a:ln w="7620">
            <a:solidFill>
              <a:srgbClr val="C0C1D7"/>
            </a:solidFill>
            <a:prstDash val="solid"/>
          </a:ln>
        </p:spPr>
        <p:txBody>
          <a:bodyPr/>
          <a:lstStyle/>
          <a:p>
            <a:endParaRPr lang="en-IN" sz="875"/>
          </a:p>
        </p:txBody>
      </p:sp>
      <p:sp>
        <p:nvSpPr>
          <p:cNvPr id="10" name="Text 8">
            <a:extLst>
              <a:ext uri="{FF2B5EF4-FFF2-40B4-BE49-F238E27FC236}">
                <a16:creationId xmlns:a16="http://schemas.microsoft.com/office/drawing/2014/main" id="{F46DFF40-8205-A840-8BE1-11C8188ED9F1}"/>
              </a:ext>
            </a:extLst>
          </p:cNvPr>
          <p:cNvSpPr/>
          <p:nvPr/>
        </p:nvSpPr>
        <p:spPr>
          <a:xfrm>
            <a:off x="4789364" y="1619920"/>
            <a:ext cx="1638598" cy="442913"/>
          </a:xfrm>
          <a:prstGeom prst="rect">
            <a:avLst/>
          </a:prstGeom>
          <a:noFill/>
          <a:ln/>
        </p:spPr>
        <p:txBody>
          <a:bodyPr wrap="square" lIns="0" tIns="0" rIns="0" bIns="0" rtlCol="0" anchor="t"/>
          <a:lstStyle/>
          <a:p>
            <a:pPr>
              <a:lnSpc>
                <a:spcPts val="1719"/>
              </a:lnSpc>
            </a:pPr>
            <a:r>
              <a:rPr lang="en-US" sz="1375" b="1" dirty="0">
                <a:solidFill>
                  <a:srgbClr val="272525"/>
                </a:solidFill>
                <a:latin typeface="Inter Bold" pitchFamily="34" charset="0"/>
                <a:ea typeface="Inter Bold" pitchFamily="34" charset="-122"/>
                <a:cs typeface="Inter Bold" pitchFamily="34" charset="-120"/>
              </a:rPr>
              <a:t>Exam &amp; Scheme Alerts</a:t>
            </a:r>
            <a:endParaRPr lang="en-US" sz="1375" dirty="0"/>
          </a:p>
        </p:txBody>
      </p:sp>
      <p:sp>
        <p:nvSpPr>
          <p:cNvPr id="11" name="Text 9">
            <a:extLst>
              <a:ext uri="{FF2B5EF4-FFF2-40B4-BE49-F238E27FC236}">
                <a16:creationId xmlns:a16="http://schemas.microsoft.com/office/drawing/2014/main" id="{1D31083A-EC1E-EC03-4F65-043E915B47CF}"/>
              </a:ext>
            </a:extLst>
          </p:cNvPr>
          <p:cNvSpPr/>
          <p:nvPr/>
        </p:nvSpPr>
        <p:spPr>
          <a:xfrm>
            <a:off x="4789364" y="2147887"/>
            <a:ext cx="1638598" cy="680443"/>
          </a:xfrm>
          <a:prstGeom prst="rect">
            <a:avLst/>
          </a:prstGeom>
          <a:noFill/>
          <a:ln/>
        </p:spPr>
        <p:txBody>
          <a:bodyPr wrap="square" lIns="0" tIns="0" rIns="0" bIns="0" rtlCol="0" anchor="t"/>
          <a:lstStyle/>
          <a:p>
            <a:pPr>
              <a:lnSpc>
                <a:spcPts val="1781"/>
              </a:lnSpc>
            </a:pPr>
            <a:r>
              <a:rPr lang="en-US" sz="1094" dirty="0">
                <a:solidFill>
                  <a:srgbClr val="272525"/>
                </a:solidFill>
                <a:latin typeface="Inter" pitchFamily="34" charset="0"/>
                <a:ea typeface="Inter" pitchFamily="34" charset="-122"/>
                <a:cs typeface="Inter" pitchFamily="34" charset="-120"/>
              </a:rPr>
              <a:t>Real-time push notifications for deadlines and updates</a:t>
            </a:r>
            <a:endParaRPr lang="en-US" sz="1094" dirty="0"/>
          </a:p>
        </p:txBody>
      </p:sp>
      <p:sp>
        <p:nvSpPr>
          <p:cNvPr id="12" name="Shape 10">
            <a:extLst>
              <a:ext uri="{FF2B5EF4-FFF2-40B4-BE49-F238E27FC236}">
                <a16:creationId xmlns:a16="http://schemas.microsoft.com/office/drawing/2014/main" id="{D360D9C3-CEF8-75B9-56FA-4CA110AF9721}"/>
              </a:ext>
            </a:extLst>
          </p:cNvPr>
          <p:cNvSpPr/>
          <p:nvPr/>
        </p:nvSpPr>
        <p:spPr>
          <a:xfrm>
            <a:off x="6716241" y="1473399"/>
            <a:ext cx="1931640" cy="1728267"/>
          </a:xfrm>
          <a:prstGeom prst="roundRect">
            <a:avLst>
              <a:gd name="adj" fmla="val 3445"/>
            </a:avLst>
          </a:prstGeom>
          <a:solidFill>
            <a:srgbClr val="DADBF1"/>
          </a:solidFill>
          <a:ln w="7620">
            <a:solidFill>
              <a:srgbClr val="C0C1D7"/>
            </a:solidFill>
            <a:prstDash val="solid"/>
          </a:ln>
        </p:spPr>
        <p:txBody>
          <a:bodyPr/>
          <a:lstStyle/>
          <a:p>
            <a:endParaRPr lang="en-IN" sz="875"/>
          </a:p>
        </p:txBody>
      </p:sp>
      <p:sp>
        <p:nvSpPr>
          <p:cNvPr id="13" name="Text 11">
            <a:extLst>
              <a:ext uri="{FF2B5EF4-FFF2-40B4-BE49-F238E27FC236}">
                <a16:creationId xmlns:a16="http://schemas.microsoft.com/office/drawing/2014/main" id="{27358FD4-CF45-018A-6A08-39BF8C489F64}"/>
              </a:ext>
            </a:extLst>
          </p:cNvPr>
          <p:cNvSpPr/>
          <p:nvPr/>
        </p:nvSpPr>
        <p:spPr>
          <a:xfrm>
            <a:off x="6862762" y="1619920"/>
            <a:ext cx="1638598" cy="221456"/>
          </a:xfrm>
          <a:prstGeom prst="rect">
            <a:avLst/>
          </a:prstGeom>
          <a:noFill/>
          <a:ln/>
        </p:spPr>
        <p:txBody>
          <a:bodyPr wrap="none" lIns="0" tIns="0" rIns="0" bIns="0" rtlCol="0" anchor="t"/>
          <a:lstStyle/>
          <a:p>
            <a:pPr>
              <a:lnSpc>
                <a:spcPts val="1719"/>
              </a:lnSpc>
            </a:pPr>
            <a:r>
              <a:rPr lang="en-US" sz="1375" b="1" dirty="0">
                <a:solidFill>
                  <a:srgbClr val="272525"/>
                </a:solidFill>
                <a:latin typeface="Inter Bold" pitchFamily="34" charset="0"/>
                <a:ea typeface="Inter Bold" pitchFamily="34" charset="-122"/>
                <a:cs typeface="Inter Bold" pitchFamily="34" charset="-120"/>
              </a:rPr>
              <a:t>Mock Tests</a:t>
            </a:r>
            <a:endParaRPr lang="en-US" sz="1375" dirty="0"/>
          </a:p>
        </p:txBody>
      </p:sp>
      <p:sp>
        <p:nvSpPr>
          <p:cNvPr id="14" name="Text 12">
            <a:extLst>
              <a:ext uri="{FF2B5EF4-FFF2-40B4-BE49-F238E27FC236}">
                <a16:creationId xmlns:a16="http://schemas.microsoft.com/office/drawing/2014/main" id="{7B9E7854-DD30-8625-0548-009BCB3177DB}"/>
              </a:ext>
            </a:extLst>
          </p:cNvPr>
          <p:cNvSpPr/>
          <p:nvPr/>
        </p:nvSpPr>
        <p:spPr>
          <a:xfrm>
            <a:off x="6862762" y="1926431"/>
            <a:ext cx="1638598" cy="680443"/>
          </a:xfrm>
          <a:prstGeom prst="rect">
            <a:avLst/>
          </a:prstGeom>
          <a:noFill/>
          <a:ln/>
        </p:spPr>
        <p:txBody>
          <a:bodyPr wrap="square" lIns="0" tIns="0" rIns="0" bIns="0" rtlCol="0" anchor="t"/>
          <a:lstStyle/>
          <a:p>
            <a:pPr>
              <a:lnSpc>
                <a:spcPts val="1781"/>
              </a:lnSpc>
            </a:pPr>
            <a:r>
              <a:rPr lang="en-US" sz="1094" dirty="0">
                <a:solidFill>
                  <a:srgbClr val="272525"/>
                </a:solidFill>
                <a:latin typeface="Inter" pitchFamily="34" charset="0"/>
                <a:ea typeface="Inter" pitchFamily="34" charset="-122"/>
                <a:cs typeface="Inter" pitchFamily="34" charset="-120"/>
              </a:rPr>
              <a:t>Practice exams with detailed performance analytics</a:t>
            </a:r>
            <a:endParaRPr lang="en-US" sz="1094" dirty="0"/>
          </a:p>
        </p:txBody>
      </p:sp>
      <p:sp>
        <p:nvSpPr>
          <p:cNvPr id="15" name="Shape 13">
            <a:extLst>
              <a:ext uri="{FF2B5EF4-FFF2-40B4-BE49-F238E27FC236}">
                <a16:creationId xmlns:a16="http://schemas.microsoft.com/office/drawing/2014/main" id="{7586E761-05FE-5E80-6B84-700CED41C570}"/>
              </a:ext>
            </a:extLst>
          </p:cNvPr>
          <p:cNvSpPr/>
          <p:nvPr/>
        </p:nvSpPr>
        <p:spPr>
          <a:xfrm>
            <a:off x="496119" y="3343424"/>
            <a:ext cx="4004965" cy="1053183"/>
          </a:xfrm>
          <a:prstGeom prst="roundRect">
            <a:avLst>
              <a:gd name="adj" fmla="val 5654"/>
            </a:avLst>
          </a:prstGeom>
          <a:solidFill>
            <a:srgbClr val="DADBF1"/>
          </a:solidFill>
          <a:ln w="7620">
            <a:solidFill>
              <a:srgbClr val="C0C1D7"/>
            </a:solidFill>
            <a:prstDash val="solid"/>
          </a:ln>
        </p:spPr>
        <p:txBody>
          <a:bodyPr/>
          <a:lstStyle/>
          <a:p>
            <a:endParaRPr lang="en-IN" sz="875"/>
          </a:p>
        </p:txBody>
      </p:sp>
      <p:sp>
        <p:nvSpPr>
          <p:cNvPr id="16" name="Text 14">
            <a:extLst>
              <a:ext uri="{FF2B5EF4-FFF2-40B4-BE49-F238E27FC236}">
                <a16:creationId xmlns:a16="http://schemas.microsoft.com/office/drawing/2014/main" id="{12CEC293-9C03-55C1-D14A-B805C558E7FE}"/>
              </a:ext>
            </a:extLst>
          </p:cNvPr>
          <p:cNvSpPr/>
          <p:nvPr/>
        </p:nvSpPr>
        <p:spPr>
          <a:xfrm>
            <a:off x="642640" y="3489945"/>
            <a:ext cx="1772022" cy="221456"/>
          </a:xfrm>
          <a:prstGeom prst="rect">
            <a:avLst/>
          </a:prstGeom>
          <a:noFill/>
          <a:ln/>
        </p:spPr>
        <p:txBody>
          <a:bodyPr wrap="none" lIns="0" tIns="0" rIns="0" bIns="0" rtlCol="0" anchor="t"/>
          <a:lstStyle/>
          <a:p>
            <a:pPr>
              <a:lnSpc>
                <a:spcPts val="1719"/>
              </a:lnSpc>
            </a:pPr>
            <a:r>
              <a:rPr lang="en-US" sz="1375" b="1" dirty="0">
                <a:solidFill>
                  <a:srgbClr val="272525"/>
                </a:solidFill>
                <a:latin typeface="Inter Bold" pitchFamily="34" charset="0"/>
                <a:ea typeface="Inter Bold" pitchFamily="34" charset="-122"/>
                <a:cs typeface="Inter Bold" pitchFamily="34" charset="-120"/>
              </a:rPr>
              <a:t>Notes Generator</a:t>
            </a:r>
            <a:endParaRPr lang="en-US" sz="1375" dirty="0"/>
          </a:p>
        </p:txBody>
      </p:sp>
      <p:sp>
        <p:nvSpPr>
          <p:cNvPr id="17" name="Text 15">
            <a:extLst>
              <a:ext uri="{FF2B5EF4-FFF2-40B4-BE49-F238E27FC236}">
                <a16:creationId xmlns:a16="http://schemas.microsoft.com/office/drawing/2014/main" id="{F7BCE7D8-A005-676B-4E1E-93024DFF74A0}"/>
              </a:ext>
            </a:extLst>
          </p:cNvPr>
          <p:cNvSpPr/>
          <p:nvPr/>
        </p:nvSpPr>
        <p:spPr>
          <a:xfrm>
            <a:off x="642640" y="3796457"/>
            <a:ext cx="3711923" cy="226814"/>
          </a:xfrm>
          <a:prstGeom prst="rect">
            <a:avLst/>
          </a:prstGeom>
          <a:noFill/>
          <a:ln/>
        </p:spPr>
        <p:txBody>
          <a:bodyPr wrap="none" lIns="0" tIns="0" rIns="0" bIns="0" rtlCol="0" anchor="t"/>
          <a:lstStyle/>
          <a:p>
            <a:pPr>
              <a:lnSpc>
                <a:spcPts val="1781"/>
              </a:lnSpc>
            </a:pPr>
            <a:r>
              <a:rPr lang="en-US" sz="1094" dirty="0">
                <a:solidFill>
                  <a:srgbClr val="272525"/>
                </a:solidFill>
                <a:latin typeface="Inter" pitchFamily="34" charset="0"/>
                <a:ea typeface="Inter" pitchFamily="34" charset="-122"/>
                <a:cs typeface="Inter" pitchFamily="34" charset="-120"/>
              </a:rPr>
              <a:t>AI-generated study materials tailored to each exam</a:t>
            </a:r>
            <a:endParaRPr lang="en-US" sz="1094" dirty="0"/>
          </a:p>
        </p:txBody>
      </p:sp>
      <p:sp>
        <p:nvSpPr>
          <p:cNvPr id="18" name="Shape 16">
            <a:extLst>
              <a:ext uri="{FF2B5EF4-FFF2-40B4-BE49-F238E27FC236}">
                <a16:creationId xmlns:a16="http://schemas.microsoft.com/office/drawing/2014/main" id="{2438B565-5047-12F5-E63B-EE1DA36198B8}"/>
              </a:ext>
            </a:extLst>
          </p:cNvPr>
          <p:cNvSpPr/>
          <p:nvPr/>
        </p:nvSpPr>
        <p:spPr>
          <a:xfrm>
            <a:off x="4642843" y="3343424"/>
            <a:ext cx="4005039" cy="1053183"/>
          </a:xfrm>
          <a:prstGeom prst="roundRect">
            <a:avLst>
              <a:gd name="adj" fmla="val 5654"/>
            </a:avLst>
          </a:prstGeom>
          <a:solidFill>
            <a:srgbClr val="DADBF1"/>
          </a:solidFill>
          <a:ln w="7620">
            <a:solidFill>
              <a:srgbClr val="C0C1D7"/>
            </a:solidFill>
            <a:prstDash val="solid"/>
          </a:ln>
        </p:spPr>
        <p:txBody>
          <a:bodyPr/>
          <a:lstStyle/>
          <a:p>
            <a:endParaRPr lang="en-IN" sz="875"/>
          </a:p>
        </p:txBody>
      </p:sp>
      <p:sp>
        <p:nvSpPr>
          <p:cNvPr id="19" name="Text 17">
            <a:extLst>
              <a:ext uri="{FF2B5EF4-FFF2-40B4-BE49-F238E27FC236}">
                <a16:creationId xmlns:a16="http://schemas.microsoft.com/office/drawing/2014/main" id="{515E0657-21FC-52B2-1833-349C26D2ECB2}"/>
              </a:ext>
            </a:extLst>
          </p:cNvPr>
          <p:cNvSpPr/>
          <p:nvPr/>
        </p:nvSpPr>
        <p:spPr>
          <a:xfrm>
            <a:off x="4789364" y="3489945"/>
            <a:ext cx="1819721" cy="221456"/>
          </a:xfrm>
          <a:prstGeom prst="rect">
            <a:avLst/>
          </a:prstGeom>
          <a:noFill/>
          <a:ln/>
        </p:spPr>
        <p:txBody>
          <a:bodyPr wrap="none" lIns="0" tIns="0" rIns="0" bIns="0" rtlCol="0" anchor="t"/>
          <a:lstStyle/>
          <a:p>
            <a:pPr>
              <a:lnSpc>
                <a:spcPts val="1719"/>
              </a:lnSpc>
            </a:pPr>
            <a:r>
              <a:rPr lang="en-US" sz="1375" b="1" dirty="0">
                <a:solidFill>
                  <a:srgbClr val="272525"/>
                </a:solidFill>
                <a:latin typeface="Inter Bold" pitchFamily="34" charset="0"/>
                <a:ea typeface="Inter Bold" pitchFamily="34" charset="-122"/>
                <a:cs typeface="Inter Bold" pitchFamily="34" charset="-120"/>
              </a:rPr>
              <a:t>Weak Area Detection</a:t>
            </a:r>
            <a:endParaRPr lang="en-US" sz="1375" dirty="0"/>
          </a:p>
        </p:txBody>
      </p:sp>
      <p:sp>
        <p:nvSpPr>
          <p:cNvPr id="20" name="Text 18">
            <a:extLst>
              <a:ext uri="{FF2B5EF4-FFF2-40B4-BE49-F238E27FC236}">
                <a16:creationId xmlns:a16="http://schemas.microsoft.com/office/drawing/2014/main" id="{4112AADF-11D8-6422-442D-718ED2CCD7E2}"/>
              </a:ext>
            </a:extLst>
          </p:cNvPr>
          <p:cNvSpPr/>
          <p:nvPr/>
        </p:nvSpPr>
        <p:spPr>
          <a:xfrm>
            <a:off x="4789364" y="3796457"/>
            <a:ext cx="3711997" cy="453628"/>
          </a:xfrm>
          <a:prstGeom prst="rect">
            <a:avLst/>
          </a:prstGeom>
          <a:noFill/>
          <a:ln/>
        </p:spPr>
        <p:txBody>
          <a:bodyPr wrap="square" lIns="0" tIns="0" rIns="0" bIns="0" rtlCol="0" anchor="t"/>
          <a:lstStyle/>
          <a:p>
            <a:pPr>
              <a:lnSpc>
                <a:spcPts val="1781"/>
              </a:lnSpc>
            </a:pPr>
            <a:r>
              <a:rPr lang="en-US" sz="1094" dirty="0">
                <a:solidFill>
                  <a:srgbClr val="272525"/>
                </a:solidFill>
                <a:latin typeface="Inter" pitchFamily="34" charset="0"/>
                <a:ea typeface="Inter" pitchFamily="34" charset="-122"/>
                <a:cs typeface="Inter" pitchFamily="34" charset="-120"/>
              </a:rPr>
              <a:t>Identifies knowledge gaps and suggests improvement paths</a:t>
            </a:r>
            <a:endParaRPr lang="en-US" sz="1094"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a:extLst>
            <a:ext uri="{FF2B5EF4-FFF2-40B4-BE49-F238E27FC236}">
              <a16:creationId xmlns:a16="http://schemas.microsoft.com/office/drawing/2014/main" id="{09B2E681-9BF8-CA66-5E5B-106F8E708219}"/>
            </a:ext>
          </a:extLst>
        </p:cNvPr>
        <p:cNvGrpSpPr/>
        <p:nvPr/>
      </p:nvGrpSpPr>
      <p:grpSpPr>
        <a:xfrm>
          <a:off x="0" y="0"/>
          <a:ext cx="0" cy="0"/>
          <a:chOff x="0" y="0"/>
          <a:chExt cx="0" cy="0"/>
        </a:xfrm>
      </p:grpSpPr>
      <p:pic>
        <p:nvPicPr>
          <p:cNvPr id="86" name="Google Shape;86;p18" title="Artboarddfghjk – 6.png">
            <a:extLst>
              <a:ext uri="{FF2B5EF4-FFF2-40B4-BE49-F238E27FC236}">
                <a16:creationId xmlns:a16="http://schemas.microsoft.com/office/drawing/2014/main" id="{606677C6-9E48-4F15-7F5F-6213C9E92D54}"/>
              </a:ext>
            </a:extLst>
          </p:cNvPr>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7" name="Google Shape;87;p18">
            <a:extLst>
              <a:ext uri="{FF2B5EF4-FFF2-40B4-BE49-F238E27FC236}">
                <a16:creationId xmlns:a16="http://schemas.microsoft.com/office/drawing/2014/main" id="{C69389B9-BA26-B8C1-ACC7-7D55F1468786}"/>
              </a:ext>
            </a:extLst>
          </p:cNvPr>
          <p:cNvSpPr txBox="1"/>
          <p:nvPr/>
        </p:nvSpPr>
        <p:spPr>
          <a:xfrm>
            <a:off x="1150620" y="1545442"/>
            <a:ext cx="9144000" cy="4645789"/>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endParaRPr sz="1700" b="1" dirty="0">
              <a:solidFill>
                <a:srgbClr val="202729"/>
              </a:solidFill>
              <a:latin typeface="Manrope"/>
              <a:ea typeface="Manrope"/>
              <a:cs typeface="Manrope"/>
              <a:sym typeface="Manrope"/>
            </a:endParaRPr>
          </a:p>
          <a:p>
            <a:pPr marL="0" lvl="0" indent="0" algn="l" rtl="0">
              <a:lnSpc>
                <a:spcPct val="115000"/>
              </a:lnSpc>
              <a:spcBef>
                <a:spcPts val="1200"/>
              </a:spcBef>
              <a:spcAft>
                <a:spcPts val="1200"/>
              </a:spcAft>
              <a:buSzPts val="935"/>
              <a:buNone/>
            </a:pPr>
            <a:endParaRPr dirty="0">
              <a:solidFill>
                <a:srgbClr val="434343"/>
              </a:solidFill>
              <a:latin typeface="Manrope"/>
              <a:ea typeface="Manrope"/>
              <a:cs typeface="Manrope"/>
              <a:sym typeface="Manrope"/>
            </a:endParaRPr>
          </a:p>
        </p:txBody>
      </p:sp>
      <p:sp>
        <p:nvSpPr>
          <p:cNvPr id="24" name="Text 1">
            <a:extLst>
              <a:ext uri="{FF2B5EF4-FFF2-40B4-BE49-F238E27FC236}">
                <a16:creationId xmlns:a16="http://schemas.microsoft.com/office/drawing/2014/main" id="{3E2EA5A8-C0B0-5E85-39BA-6BB3CA2A83ED}"/>
              </a:ext>
            </a:extLst>
          </p:cNvPr>
          <p:cNvSpPr/>
          <p:nvPr/>
        </p:nvSpPr>
        <p:spPr>
          <a:xfrm>
            <a:off x="157182" y="551327"/>
            <a:ext cx="4536519" cy="566976"/>
          </a:xfrm>
          <a:prstGeom prst="rect">
            <a:avLst/>
          </a:prstGeom>
          <a:noFill/>
          <a:ln/>
        </p:spPr>
        <p:txBody>
          <a:bodyPr wrap="none" lIns="0" tIns="0" rIns="0" bIns="0" rtlCol="0" anchor="t"/>
          <a:lstStyle/>
          <a:p>
            <a:pPr marL="0" indent="0" algn="l">
              <a:lnSpc>
                <a:spcPts val="4450"/>
              </a:lnSpc>
              <a:buNone/>
            </a:pPr>
            <a:r>
              <a:rPr lang="en-US" sz="2400" b="1" dirty="0">
                <a:solidFill>
                  <a:srgbClr val="000000"/>
                </a:solidFill>
                <a:latin typeface="Inter Bold" pitchFamily="34" charset="0"/>
                <a:ea typeface="Inter Bold" pitchFamily="34" charset="-122"/>
                <a:cs typeface="Inter Bold" pitchFamily="34" charset="-120"/>
              </a:rPr>
              <a:t>Flow Diagram</a:t>
            </a:r>
            <a:endParaRPr lang="en-US" sz="2400" dirty="0"/>
          </a:p>
        </p:txBody>
      </p:sp>
      <p:pic>
        <p:nvPicPr>
          <p:cNvPr id="25" name="Image 0" descr="preencoded.png">
            <a:extLst>
              <a:ext uri="{FF2B5EF4-FFF2-40B4-BE49-F238E27FC236}">
                <a16:creationId xmlns:a16="http://schemas.microsoft.com/office/drawing/2014/main" id="{323F21BE-657D-4CB2-D80C-CE7D4A79FBCC}"/>
              </a:ext>
            </a:extLst>
          </p:cNvPr>
          <p:cNvPicPr>
            <a:picLocks noChangeAspect="1"/>
          </p:cNvPicPr>
          <p:nvPr/>
        </p:nvPicPr>
        <p:blipFill>
          <a:blip r:embed="rId4"/>
          <a:stretch>
            <a:fillRect/>
          </a:stretch>
        </p:blipFill>
        <p:spPr>
          <a:xfrm>
            <a:off x="0" y="1086987"/>
            <a:ext cx="5388499" cy="2327545"/>
          </a:xfrm>
          <a:prstGeom prst="rect">
            <a:avLst/>
          </a:prstGeom>
        </p:spPr>
      </p:pic>
      <p:sp>
        <p:nvSpPr>
          <p:cNvPr id="26" name="Text 2">
            <a:extLst>
              <a:ext uri="{FF2B5EF4-FFF2-40B4-BE49-F238E27FC236}">
                <a16:creationId xmlns:a16="http://schemas.microsoft.com/office/drawing/2014/main" id="{E4F8E6C8-6A41-6CBC-5F09-858BA15ADDAD}"/>
              </a:ext>
            </a:extLst>
          </p:cNvPr>
          <p:cNvSpPr/>
          <p:nvPr/>
        </p:nvSpPr>
        <p:spPr>
          <a:xfrm>
            <a:off x="1070434" y="2641933"/>
            <a:ext cx="1230052" cy="224030"/>
          </a:xfrm>
          <a:prstGeom prst="rect">
            <a:avLst/>
          </a:prstGeom>
          <a:noFill/>
          <a:ln/>
        </p:spPr>
        <p:txBody>
          <a:bodyPr wrap="none" lIns="0" tIns="0" rIns="0" bIns="0" rtlCol="0" anchor="t"/>
          <a:lstStyle/>
          <a:p>
            <a:pPr marL="0" indent="0" algn="ctr">
              <a:lnSpc>
                <a:spcPts val="1750"/>
              </a:lnSpc>
              <a:buNone/>
            </a:pPr>
            <a:r>
              <a:rPr lang="en-US" sz="1400" b="1" dirty="0">
                <a:solidFill>
                  <a:srgbClr val="272525"/>
                </a:solidFill>
                <a:latin typeface="Inter Bold" pitchFamily="34" charset="0"/>
                <a:ea typeface="Inter Bold" pitchFamily="34" charset="-122"/>
                <a:cs typeface="Inter Bold" pitchFamily="34" charset="-120"/>
              </a:rPr>
              <a:t>Ingestion</a:t>
            </a:r>
            <a:endParaRPr lang="en-US" sz="1400" dirty="0"/>
          </a:p>
        </p:txBody>
      </p:sp>
      <p:sp>
        <p:nvSpPr>
          <p:cNvPr id="27" name="Text 3">
            <a:extLst>
              <a:ext uri="{FF2B5EF4-FFF2-40B4-BE49-F238E27FC236}">
                <a16:creationId xmlns:a16="http://schemas.microsoft.com/office/drawing/2014/main" id="{053D1B6F-69B7-21F4-7133-E8BDF9B1C1B8}"/>
              </a:ext>
            </a:extLst>
          </p:cNvPr>
          <p:cNvSpPr/>
          <p:nvPr/>
        </p:nvSpPr>
        <p:spPr>
          <a:xfrm>
            <a:off x="1070434" y="2865963"/>
            <a:ext cx="1230052" cy="358449"/>
          </a:xfrm>
          <a:prstGeom prst="rect">
            <a:avLst/>
          </a:prstGeom>
          <a:noFill/>
          <a:ln/>
        </p:spPr>
        <p:txBody>
          <a:bodyPr wrap="square" lIns="0" tIns="0" rIns="0" bIns="0" rtlCol="0" anchor="t"/>
          <a:lstStyle/>
          <a:p>
            <a:pPr marL="0" indent="0" algn="ctr">
              <a:lnSpc>
                <a:spcPts val="1400"/>
              </a:lnSpc>
              <a:buNone/>
            </a:pPr>
            <a:r>
              <a:rPr lang="en-US" sz="1100" dirty="0">
                <a:solidFill>
                  <a:srgbClr val="272525"/>
                </a:solidFill>
                <a:latin typeface="Inter" pitchFamily="34" charset="0"/>
                <a:ea typeface="Inter" pitchFamily="34" charset="-122"/>
                <a:cs typeface="Inter" pitchFamily="34" charset="-120"/>
              </a:rPr>
              <a:t>Scraper, PDF parser, OCR</a:t>
            </a:r>
            <a:endParaRPr lang="en-US" sz="1100" dirty="0"/>
          </a:p>
        </p:txBody>
      </p:sp>
      <p:sp>
        <p:nvSpPr>
          <p:cNvPr id="28" name="Text 4">
            <a:extLst>
              <a:ext uri="{FF2B5EF4-FFF2-40B4-BE49-F238E27FC236}">
                <a16:creationId xmlns:a16="http://schemas.microsoft.com/office/drawing/2014/main" id="{29E310BE-C519-1687-4084-25EA749EA769}"/>
              </a:ext>
            </a:extLst>
          </p:cNvPr>
          <p:cNvSpPr/>
          <p:nvPr/>
        </p:nvSpPr>
        <p:spPr>
          <a:xfrm>
            <a:off x="3127968" y="2720423"/>
            <a:ext cx="1230052" cy="224030"/>
          </a:xfrm>
          <a:prstGeom prst="rect">
            <a:avLst/>
          </a:prstGeom>
          <a:noFill/>
          <a:ln/>
        </p:spPr>
        <p:txBody>
          <a:bodyPr wrap="none" lIns="0" tIns="0" rIns="0" bIns="0" rtlCol="0" anchor="t"/>
          <a:lstStyle/>
          <a:p>
            <a:pPr marL="0" indent="0" algn="ctr">
              <a:lnSpc>
                <a:spcPts val="1750"/>
              </a:lnSpc>
              <a:buNone/>
            </a:pPr>
            <a:r>
              <a:rPr lang="en-US" sz="1400" b="1" dirty="0">
                <a:solidFill>
                  <a:srgbClr val="000000"/>
                </a:solidFill>
                <a:latin typeface="Inter Bold" pitchFamily="34" charset="0"/>
                <a:ea typeface="Inter Bold" pitchFamily="34" charset="-122"/>
                <a:cs typeface="Inter Bold" pitchFamily="34" charset="-120"/>
              </a:rPr>
              <a:t>AI Engine</a:t>
            </a:r>
            <a:endParaRPr lang="en-US" sz="1400" dirty="0"/>
          </a:p>
        </p:txBody>
      </p:sp>
      <p:sp>
        <p:nvSpPr>
          <p:cNvPr id="29" name="Text 5">
            <a:extLst>
              <a:ext uri="{FF2B5EF4-FFF2-40B4-BE49-F238E27FC236}">
                <a16:creationId xmlns:a16="http://schemas.microsoft.com/office/drawing/2014/main" id="{2EFC1FAC-13A0-C517-90E6-0759A4A2816B}"/>
              </a:ext>
            </a:extLst>
          </p:cNvPr>
          <p:cNvSpPr/>
          <p:nvPr/>
        </p:nvSpPr>
        <p:spPr>
          <a:xfrm>
            <a:off x="3127968" y="2901971"/>
            <a:ext cx="1230052" cy="358449"/>
          </a:xfrm>
          <a:prstGeom prst="rect">
            <a:avLst/>
          </a:prstGeom>
          <a:noFill/>
          <a:ln/>
        </p:spPr>
        <p:txBody>
          <a:bodyPr wrap="square" lIns="0" tIns="0" rIns="0" bIns="0" rtlCol="0" anchor="t"/>
          <a:lstStyle/>
          <a:p>
            <a:pPr marL="0" indent="0" algn="ctr">
              <a:lnSpc>
                <a:spcPts val="1400"/>
              </a:lnSpc>
              <a:buNone/>
            </a:pPr>
            <a:r>
              <a:rPr lang="en-US" sz="1000" dirty="0">
                <a:solidFill>
                  <a:srgbClr val="272525"/>
                </a:solidFill>
                <a:latin typeface="Inter" pitchFamily="34" charset="0"/>
                <a:ea typeface="Inter" pitchFamily="34" charset="-122"/>
                <a:cs typeface="Inter" pitchFamily="34" charset="-120"/>
              </a:rPr>
              <a:t>Summarize, tag, translate</a:t>
            </a:r>
            <a:endParaRPr lang="en-US" sz="1000" dirty="0"/>
          </a:p>
        </p:txBody>
      </p:sp>
      <p:sp>
        <p:nvSpPr>
          <p:cNvPr id="30" name="Text 6">
            <a:extLst>
              <a:ext uri="{FF2B5EF4-FFF2-40B4-BE49-F238E27FC236}">
                <a16:creationId xmlns:a16="http://schemas.microsoft.com/office/drawing/2014/main" id="{E3F28418-EE7A-A466-E71E-AA2682917260}"/>
              </a:ext>
            </a:extLst>
          </p:cNvPr>
          <p:cNvSpPr/>
          <p:nvPr/>
        </p:nvSpPr>
        <p:spPr>
          <a:xfrm>
            <a:off x="157182" y="1303553"/>
            <a:ext cx="993438" cy="241889"/>
          </a:xfrm>
          <a:prstGeom prst="rect">
            <a:avLst/>
          </a:prstGeom>
          <a:noFill/>
          <a:ln/>
        </p:spPr>
        <p:txBody>
          <a:bodyPr wrap="none" lIns="0" tIns="0" rIns="0" bIns="0" rtlCol="0" anchor="t"/>
          <a:lstStyle/>
          <a:p>
            <a:pPr marL="0" indent="0" algn="ctr">
              <a:lnSpc>
                <a:spcPts val="1750"/>
              </a:lnSpc>
              <a:buNone/>
            </a:pPr>
            <a:r>
              <a:rPr lang="en-US" sz="1400" b="1" dirty="0">
                <a:solidFill>
                  <a:srgbClr val="272525"/>
                </a:solidFill>
                <a:latin typeface="Inter Bold" pitchFamily="34" charset="0"/>
                <a:ea typeface="Inter Bold" pitchFamily="34" charset="-122"/>
                <a:cs typeface="Inter Bold" pitchFamily="34" charset="-120"/>
              </a:rPr>
              <a:t>Sources</a:t>
            </a:r>
            <a:endParaRPr lang="en-US" sz="1400" dirty="0"/>
          </a:p>
        </p:txBody>
      </p:sp>
      <p:sp>
        <p:nvSpPr>
          <p:cNvPr id="31" name="Text 7">
            <a:extLst>
              <a:ext uri="{FF2B5EF4-FFF2-40B4-BE49-F238E27FC236}">
                <a16:creationId xmlns:a16="http://schemas.microsoft.com/office/drawing/2014/main" id="{AE9E432F-A01D-830D-C702-265B9D8494FD}"/>
              </a:ext>
            </a:extLst>
          </p:cNvPr>
          <p:cNvSpPr/>
          <p:nvPr/>
        </p:nvSpPr>
        <p:spPr>
          <a:xfrm>
            <a:off x="157182" y="1553956"/>
            <a:ext cx="993438" cy="339201"/>
          </a:xfrm>
          <a:prstGeom prst="rect">
            <a:avLst/>
          </a:prstGeom>
          <a:noFill/>
          <a:ln/>
        </p:spPr>
        <p:txBody>
          <a:bodyPr wrap="square" lIns="0" tIns="0" rIns="0" bIns="0" rtlCol="0" anchor="t"/>
          <a:lstStyle/>
          <a:p>
            <a:pPr marL="0" indent="0" algn="ctr">
              <a:lnSpc>
                <a:spcPts val="1400"/>
              </a:lnSpc>
              <a:buNone/>
            </a:pPr>
            <a:r>
              <a:rPr lang="en-US" sz="1100" dirty="0">
                <a:solidFill>
                  <a:srgbClr val="272525"/>
                </a:solidFill>
                <a:latin typeface="Inter" pitchFamily="34" charset="0"/>
                <a:ea typeface="Inter" pitchFamily="34" charset="-122"/>
                <a:cs typeface="Inter" pitchFamily="34" charset="-120"/>
              </a:rPr>
              <a:t>Government websites &amp; PDFs</a:t>
            </a:r>
            <a:endParaRPr lang="en-US" sz="1100" dirty="0"/>
          </a:p>
        </p:txBody>
      </p:sp>
      <p:sp>
        <p:nvSpPr>
          <p:cNvPr id="32" name="Text 8">
            <a:extLst>
              <a:ext uri="{FF2B5EF4-FFF2-40B4-BE49-F238E27FC236}">
                <a16:creationId xmlns:a16="http://schemas.microsoft.com/office/drawing/2014/main" id="{40DBB048-A117-9639-F023-E5A6C9C3B1E6}"/>
              </a:ext>
            </a:extLst>
          </p:cNvPr>
          <p:cNvSpPr/>
          <p:nvPr/>
        </p:nvSpPr>
        <p:spPr>
          <a:xfrm>
            <a:off x="4118721" y="1243695"/>
            <a:ext cx="1230053" cy="224031"/>
          </a:xfrm>
          <a:prstGeom prst="rect">
            <a:avLst/>
          </a:prstGeom>
          <a:noFill/>
          <a:ln/>
        </p:spPr>
        <p:txBody>
          <a:bodyPr wrap="none" lIns="0" tIns="0" rIns="0" bIns="0" rtlCol="0" anchor="t"/>
          <a:lstStyle/>
          <a:p>
            <a:pPr marL="0" indent="0" algn="ctr">
              <a:lnSpc>
                <a:spcPts val="1750"/>
              </a:lnSpc>
              <a:buNone/>
            </a:pPr>
            <a:r>
              <a:rPr lang="en-US" sz="1400" b="1" dirty="0">
                <a:solidFill>
                  <a:srgbClr val="272525"/>
                </a:solidFill>
                <a:latin typeface="Inter Bold" pitchFamily="34" charset="0"/>
                <a:ea typeface="Inter Bold" pitchFamily="34" charset="-122"/>
                <a:cs typeface="Inter Bold" pitchFamily="34" charset="-120"/>
              </a:rPr>
              <a:t>Storage</a:t>
            </a:r>
            <a:endParaRPr lang="en-US" sz="1400" dirty="0"/>
          </a:p>
        </p:txBody>
      </p:sp>
      <p:sp>
        <p:nvSpPr>
          <p:cNvPr id="33" name="Text 9">
            <a:extLst>
              <a:ext uri="{FF2B5EF4-FFF2-40B4-BE49-F238E27FC236}">
                <a16:creationId xmlns:a16="http://schemas.microsoft.com/office/drawing/2014/main" id="{56EDECB9-1A71-3CC8-234F-FAE3149CACD6}"/>
              </a:ext>
            </a:extLst>
          </p:cNvPr>
          <p:cNvSpPr/>
          <p:nvPr/>
        </p:nvSpPr>
        <p:spPr>
          <a:xfrm>
            <a:off x="4118720" y="1424497"/>
            <a:ext cx="1230053" cy="358449"/>
          </a:xfrm>
          <a:prstGeom prst="rect">
            <a:avLst/>
          </a:prstGeom>
          <a:noFill/>
          <a:ln/>
        </p:spPr>
        <p:txBody>
          <a:bodyPr wrap="square" lIns="0" tIns="0" rIns="0" bIns="0" rtlCol="0" anchor="t"/>
          <a:lstStyle/>
          <a:p>
            <a:pPr marL="0" indent="0" algn="ctr">
              <a:lnSpc>
                <a:spcPts val="1400"/>
              </a:lnSpc>
              <a:buNone/>
            </a:pPr>
            <a:r>
              <a:rPr lang="en-US" sz="1000" dirty="0" err="1">
                <a:solidFill>
                  <a:srgbClr val="272525"/>
                </a:solidFill>
                <a:latin typeface="Inter" pitchFamily="34" charset="0"/>
                <a:ea typeface="Inter" pitchFamily="34" charset="-122"/>
                <a:cs typeface="Inter" pitchFamily="34" charset="-120"/>
              </a:rPr>
              <a:t>Firestore</a:t>
            </a:r>
            <a:r>
              <a:rPr lang="en-US" sz="1000" dirty="0">
                <a:solidFill>
                  <a:srgbClr val="272525"/>
                </a:solidFill>
                <a:latin typeface="Inter" pitchFamily="34" charset="0"/>
                <a:ea typeface="Inter" pitchFamily="34" charset="-122"/>
                <a:cs typeface="Inter" pitchFamily="34" charset="-120"/>
              </a:rPr>
              <a:t> </a:t>
            </a:r>
          </a:p>
          <a:p>
            <a:pPr marL="0" indent="0" algn="ctr">
              <a:lnSpc>
                <a:spcPts val="1400"/>
              </a:lnSpc>
              <a:buNone/>
            </a:pPr>
            <a:r>
              <a:rPr lang="en-US" sz="1000" dirty="0">
                <a:solidFill>
                  <a:srgbClr val="272525"/>
                </a:solidFill>
                <a:latin typeface="Inter" pitchFamily="34" charset="0"/>
                <a:ea typeface="Inter" pitchFamily="34" charset="-122"/>
              </a:rPr>
              <a:t>Database.</a:t>
            </a:r>
            <a:endParaRPr lang="en-US" sz="1000" dirty="0"/>
          </a:p>
        </p:txBody>
      </p:sp>
      <p:sp>
        <p:nvSpPr>
          <p:cNvPr id="34" name="Text 10">
            <a:extLst>
              <a:ext uri="{FF2B5EF4-FFF2-40B4-BE49-F238E27FC236}">
                <a16:creationId xmlns:a16="http://schemas.microsoft.com/office/drawing/2014/main" id="{1F2A8CE9-A290-14BA-42E6-BB15677745FE}"/>
              </a:ext>
            </a:extLst>
          </p:cNvPr>
          <p:cNvSpPr/>
          <p:nvPr/>
        </p:nvSpPr>
        <p:spPr>
          <a:xfrm>
            <a:off x="2079222" y="1259901"/>
            <a:ext cx="1230053" cy="448061"/>
          </a:xfrm>
          <a:prstGeom prst="rect">
            <a:avLst/>
          </a:prstGeom>
          <a:noFill/>
          <a:ln/>
        </p:spPr>
        <p:txBody>
          <a:bodyPr wrap="square" lIns="0" tIns="0" rIns="0" bIns="0" rtlCol="0" anchor="t"/>
          <a:lstStyle/>
          <a:p>
            <a:pPr marL="0" indent="0" algn="ctr">
              <a:lnSpc>
                <a:spcPts val="1750"/>
              </a:lnSpc>
              <a:buNone/>
            </a:pPr>
            <a:r>
              <a:rPr lang="en-US" sz="1400" b="1" dirty="0">
                <a:solidFill>
                  <a:srgbClr val="000000"/>
                </a:solidFill>
                <a:latin typeface="Inter Bold" pitchFamily="34" charset="0"/>
                <a:ea typeface="Inter Bold" pitchFamily="34" charset="-122"/>
                <a:cs typeface="Inter Bold" pitchFamily="34" charset="-120"/>
              </a:rPr>
              <a:t>Clean &amp; Validate</a:t>
            </a:r>
            <a:endParaRPr lang="en-US" sz="1400" dirty="0"/>
          </a:p>
        </p:txBody>
      </p:sp>
      <p:sp>
        <p:nvSpPr>
          <p:cNvPr id="35" name="Text 11">
            <a:extLst>
              <a:ext uri="{FF2B5EF4-FFF2-40B4-BE49-F238E27FC236}">
                <a16:creationId xmlns:a16="http://schemas.microsoft.com/office/drawing/2014/main" id="{969D72A0-D196-7F6D-7FC6-24A773F0EC4C}"/>
              </a:ext>
            </a:extLst>
          </p:cNvPr>
          <p:cNvSpPr/>
          <p:nvPr/>
        </p:nvSpPr>
        <p:spPr>
          <a:xfrm>
            <a:off x="2144058" y="1721520"/>
            <a:ext cx="1230053" cy="358449"/>
          </a:xfrm>
          <a:prstGeom prst="rect">
            <a:avLst/>
          </a:prstGeom>
          <a:noFill/>
          <a:ln/>
        </p:spPr>
        <p:txBody>
          <a:bodyPr wrap="square" lIns="0" tIns="0" rIns="0" bIns="0" rtlCol="0" anchor="t"/>
          <a:lstStyle/>
          <a:p>
            <a:pPr marL="0" indent="0" algn="ctr">
              <a:lnSpc>
                <a:spcPts val="1400"/>
              </a:lnSpc>
              <a:buNone/>
            </a:pPr>
            <a:r>
              <a:rPr lang="en-US" sz="1080" dirty="0">
                <a:solidFill>
                  <a:srgbClr val="272525"/>
                </a:solidFill>
                <a:latin typeface="Inter" pitchFamily="34" charset="0"/>
                <a:ea typeface="Inter" pitchFamily="34" charset="-122"/>
                <a:cs typeface="Inter" pitchFamily="34" charset="-120"/>
              </a:rPr>
              <a:t>Normalize and check data</a:t>
            </a:r>
            <a:endParaRPr lang="en-US" sz="1080" dirty="0"/>
          </a:p>
        </p:txBody>
      </p:sp>
      <p:sp>
        <p:nvSpPr>
          <p:cNvPr id="36" name="Text 12">
            <a:extLst>
              <a:ext uri="{FF2B5EF4-FFF2-40B4-BE49-F238E27FC236}">
                <a16:creationId xmlns:a16="http://schemas.microsoft.com/office/drawing/2014/main" id="{A93EB2BD-8463-5184-D251-D037B8A8D5A5}"/>
              </a:ext>
            </a:extLst>
          </p:cNvPr>
          <p:cNvSpPr/>
          <p:nvPr/>
        </p:nvSpPr>
        <p:spPr>
          <a:xfrm>
            <a:off x="4889747" y="2901971"/>
            <a:ext cx="4205168" cy="566976"/>
          </a:xfrm>
          <a:prstGeom prst="rect">
            <a:avLst/>
          </a:prstGeom>
          <a:noFill/>
          <a:ln/>
        </p:spPr>
        <p:txBody>
          <a:bodyPr wrap="none" lIns="0" tIns="0" rIns="0" bIns="0" rtlCol="0" anchor="t"/>
          <a:lstStyle/>
          <a:p>
            <a:pPr marL="0" indent="0" algn="l">
              <a:lnSpc>
                <a:spcPts val="4450"/>
              </a:lnSpc>
              <a:buNone/>
            </a:pPr>
            <a:r>
              <a:rPr lang="en-US" sz="2400" b="1" dirty="0">
                <a:solidFill>
                  <a:srgbClr val="000000"/>
                </a:solidFill>
                <a:latin typeface="Inter Bold" pitchFamily="34" charset="0"/>
                <a:ea typeface="Inter Bold" pitchFamily="34" charset="-122"/>
                <a:cs typeface="Inter Bold" pitchFamily="34" charset="-120"/>
              </a:rPr>
              <a:t>User Flow Diagram</a:t>
            </a:r>
            <a:endParaRPr lang="en-US" sz="2400" dirty="0"/>
          </a:p>
        </p:txBody>
      </p:sp>
      <p:pic>
        <p:nvPicPr>
          <p:cNvPr id="37" name="Image 1" descr="preencoded.png">
            <a:extLst>
              <a:ext uri="{FF2B5EF4-FFF2-40B4-BE49-F238E27FC236}">
                <a16:creationId xmlns:a16="http://schemas.microsoft.com/office/drawing/2014/main" id="{8A8DC74A-B78A-93FF-B407-0D35E216F28D}"/>
              </a:ext>
            </a:extLst>
          </p:cNvPr>
          <p:cNvPicPr>
            <a:picLocks noChangeAspect="1"/>
          </p:cNvPicPr>
          <p:nvPr/>
        </p:nvPicPr>
        <p:blipFill>
          <a:blip r:embed="rId5"/>
          <a:stretch>
            <a:fillRect/>
          </a:stretch>
        </p:blipFill>
        <p:spPr>
          <a:xfrm>
            <a:off x="4693701" y="3464059"/>
            <a:ext cx="4205168" cy="1577935"/>
          </a:xfrm>
          <a:prstGeom prst="rect">
            <a:avLst/>
          </a:prstGeom>
        </p:spPr>
      </p:pic>
      <p:pic>
        <p:nvPicPr>
          <p:cNvPr id="38" name="Image 2" descr="preencoded.png">
            <a:extLst>
              <a:ext uri="{FF2B5EF4-FFF2-40B4-BE49-F238E27FC236}">
                <a16:creationId xmlns:a16="http://schemas.microsoft.com/office/drawing/2014/main" id="{DDC9A54C-E0B4-959A-1B68-44E8F0416EB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84926" y="3865988"/>
            <a:ext cx="217209" cy="217209"/>
          </a:xfrm>
          <a:prstGeom prst="rect">
            <a:avLst/>
          </a:prstGeom>
        </p:spPr>
      </p:pic>
      <p:sp>
        <p:nvSpPr>
          <p:cNvPr id="49" name="Text 13">
            <a:extLst>
              <a:ext uri="{FF2B5EF4-FFF2-40B4-BE49-F238E27FC236}">
                <a16:creationId xmlns:a16="http://schemas.microsoft.com/office/drawing/2014/main" id="{A4FB726B-0E0D-75F5-8391-C46C095D2A57}"/>
              </a:ext>
            </a:extLst>
          </p:cNvPr>
          <p:cNvSpPr/>
          <p:nvPr/>
        </p:nvSpPr>
        <p:spPr>
          <a:xfrm>
            <a:off x="8091407" y="4658936"/>
            <a:ext cx="634251" cy="122180"/>
          </a:xfrm>
          <a:prstGeom prst="rect">
            <a:avLst/>
          </a:prstGeom>
          <a:noFill/>
          <a:ln/>
        </p:spPr>
        <p:txBody>
          <a:bodyPr wrap="none" lIns="0" tIns="0" rIns="0" bIns="0" rtlCol="0" anchor="t"/>
          <a:lstStyle/>
          <a:p>
            <a:pPr marL="0" indent="0" algn="ctr">
              <a:lnSpc>
                <a:spcPts val="950"/>
              </a:lnSpc>
              <a:buNone/>
            </a:pPr>
            <a:r>
              <a:rPr lang="en-US" sz="750" b="1" dirty="0">
                <a:solidFill>
                  <a:srgbClr val="272525"/>
                </a:solidFill>
                <a:latin typeface="Inter Bold" pitchFamily="34" charset="0"/>
                <a:ea typeface="Inter Bold" pitchFamily="34" charset="-122"/>
                <a:cs typeface="Inter Bold" pitchFamily="34" charset="-120"/>
              </a:rPr>
              <a:t>Dashboard</a:t>
            </a:r>
            <a:endParaRPr lang="en-US" sz="750" dirty="0"/>
          </a:p>
        </p:txBody>
      </p:sp>
      <p:pic>
        <p:nvPicPr>
          <p:cNvPr id="50" name="Image 3" descr="preencoded.png">
            <a:extLst>
              <a:ext uri="{FF2B5EF4-FFF2-40B4-BE49-F238E27FC236}">
                <a16:creationId xmlns:a16="http://schemas.microsoft.com/office/drawing/2014/main" id="{482D4904-A628-3B73-63EF-B4DA0A9B889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89738" y="3866395"/>
            <a:ext cx="217209" cy="217209"/>
          </a:xfrm>
          <a:prstGeom prst="rect">
            <a:avLst/>
          </a:prstGeom>
        </p:spPr>
      </p:pic>
      <p:sp>
        <p:nvSpPr>
          <p:cNvPr id="51" name="Text 14">
            <a:extLst>
              <a:ext uri="{FF2B5EF4-FFF2-40B4-BE49-F238E27FC236}">
                <a16:creationId xmlns:a16="http://schemas.microsoft.com/office/drawing/2014/main" id="{FE5BD4E5-4A1E-1E72-B351-55F1AFF38398}"/>
              </a:ext>
            </a:extLst>
          </p:cNvPr>
          <p:cNvSpPr/>
          <p:nvPr/>
        </p:nvSpPr>
        <p:spPr>
          <a:xfrm>
            <a:off x="7292078" y="4658936"/>
            <a:ext cx="634250" cy="122180"/>
          </a:xfrm>
          <a:prstGeom prst="rect">
            <a:avLst/>
          </a:prstGeom>
          <a:noFill/>
          <a:ln/>
        </p:spPr>
        <p:txBody>
          <a:bodyPr wrap="none" lIns="0" tIns="0" rIns="0" bIns="0" rtlCol="0" anchor="t"/>
          <a:lstStyle/>
          <a:p>
            <a:pPr marL="0" indent="0" algn="ctr">
              <a:lnSpc>
                <a:spcPts val="950"/>
              </a:lnSpc>
              <a:buNone/>
            </a:pPr>
            <a:r>
              <a:rPr lang="en-US" sz="750" b="1" dirty="0">
                <a:solidFill>
                  <a:srgbClr val="272525"/>
                </a:solidFill>
                <a:latin typeface="Inter Bold" pitchFamily="34" charset="0"/>
                <a:ea typeface="Inter Bold" pitchFamily="34" charset="-122"/>
                <a:cs typeface="Inter Bold" pitchFamily="34" charset="-120"/>
              </a:rPr>
              <a:t>Onboard</a:t>
            </a:r>
            <a:endParaRPr lang="en-US" sz="750" dirty="0"/>
          </a:p>
        </p:txBody>
      </p:sp>
      <p:pic>
        <p:nvPicPr>
          <p:cNvPr id="52" name="Image 4" descr="preencoded.png">
            <a:extLst>
              <a:ext uri="{FF2B5EF4-FFF2-40B4-BE49-F238E27FC236}">
                <a16:creationId xmlns:a16="http://schemas.microsoft.com/office/drawing/2014/main" id="{6B5498BC-4710-58F2-1A0E-EFAAAFE0ADC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94753" y="3866395"/>
            <a:ext cx="217209" cy="217209"/>
          </a:xfrm>
          <a:prstGeom prst="rect">
            <a:avLst/>
          </a:prstGeom>
        </p:spPr>
      </p:pic>
      <p:sp>
        <p:nvSpPr>
          <p:cNvPr id="53" name="Text 15">
            <a:extLst>
              <a:ext uri="{FF2B5EF4-FFF2-40B4-BE49-F238E27FC236}">
                <a16:creationId xmlns:a16="http://schemas.microsoft.com/office/drawing/2014/main" id="{58A5C52E-F6B6-1EF3-8E23-F7EA985618C6}"/>
              </a:ext>
            </a:extLst>
          </p:cNvPr>
          <p:cNvSpPr/>
          <p:nvPr/>
        </p:nvSpPr>
        <p:spPr>
          <a:xfrm>
            <a:off x="6497093" y="4658936"/>
            <a:ext cx="634250" cy="122180"/>
          </a:xfrm>
          <a:prstGeom prst="rect">
            <a:avLst/>
          </a:prstGeom>
          <a:noFill/>
          <a:ln/>
        </p:spPr>
        <p:txBody>
          <a:bodyPr wrap="none" lIns="0" tIns="0" rIns="0" bIns="0" rtlCol="0" anchor="t"/>
          <a:lstStyle/>
          <a:p>
            <a:pPr marL="0" indent="0" algn="ctr">
              <a:lnSpc>
                <a:spcPts val="950"/>
              </a:lnSpc>
              <a:buNone/>
            </a:pPr>
            <a:r>
              <a:rPr lang="en-US" sz="750" b="1" dirty="0">
                <a:solidFill>
                  <a:srgbClr val="272525"/>
                </a:solidFill>
                <a:latin typeface="Inter Bold" pitchFamily="34" charset="0"/>
                <a:ea typeface="Inter Bold" pitchFamily="34" charset="-122"/>
                <a:cs typeface="Inter Bold" pitchFamily="34" charset="-120"/>
              </a:rPr>
              <a:t>New User?</a:t>
            </a:r>
            <a:endParaRPr lang="en-US" sz="750" dirty="0"/>
          </a:p>
        </p:txBody>
      </p:sp>
      <p:pic>
        <p:nvPicPr>
          <p:cNvPr id="54" name="Image 5" descr="preencoded.png">
            <a:extLst>
              <a:ext uri="{FF2B5EF4-FFF2-40B4-BE49-F238E27FC236}">
                <a16:creationId xmlns:a16="http://schemas.microsoft.com/office/drawing/2014/main" id="{3DCC0788-9669-FA51-6B09-176A6D4DA12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899768" y="3866395"/>
            <a:ext cx="217209" cy="217209"/>
          </a:xfrm>
          <a:prstGeom prst="rect">
            <a:avLst/>
          </a:prstGeom>
        </p:spPr>
      </p:pic>
      <p:sp>
        <p:nvSpPr>
          <p:cNvPr id="55" name="Text 16">
            <a:extLst>
              <a:ext uri="{FF2B5EF4-FFF2-40B4-BE49-F238E27FC236}">
                <a16:creationId xmlns:a16="http://schemas.microsoft.com/office/drawing/2014/main" id="{28B67610-EC27-A097-4E67-22E265E85638}"/>
              </a:ext>
            </a:extLst>
          </p:cNvPr>
          <p:cNvSpPr/>
          <p:nvPr/>
        </p:nvSpPr>
        <p:spPr>
          <a:xfrm>
            <a:off x="5702108" y="4658936"/>
            <a:ext cx="634250" cy="122180"/>
          </a:xfrm>
          <a:prstGeom prst="rect">
            <a:avLst/>
          </a:prstGeom>
          <a:noFill/>
          <a:ln/>
        </p:spPr>
        <p:txBody>
          <a:bodyPr wrap="none" lIns="0" tIns="0" rIns="0" bIns="0" rtlCol="0" anchor="t"/>
          <a:lstStyle/>
          <a:p>
            <a:pPr marL="0" indent="0" algn="ctr">
              <a:lnSpc>
                <a:spcPts val="950"/>
              </a:lnSpc>
              <a:buNone/>
            </a:pPr>
            <a:r>
              <a:rPr lang="en-US" sz="750" b="1" dirty="0">
                <a:solidFill>
                  <a:srgbClr val="272525"/>
                </a:solidFill>
                <a:latin typeface="Inter Bold" pitchFamily="34" charset="0"/>
                <a:ea typeface="Inter Bold" pitchFamily="34" charset="-122"/>
                <a:cs typeface="Inter Bold" pitchFamily="34" charset="-120"/>
              </a:rPr>
              <a:t>Open App</a:t>
            </a:r>
            <a:endParaRPr lang="en-US" sz="750" dirty="0"/>
          </a:p>
        </p:txBody>
      </p:sp>
      <p:pic>
        <p:nvPicPr>
          <p:cNvPr id="56" name="Image 6" descr="preencoded.png">
            <a:extLst>
              <a:ext uri="{FF2B5EF4-FFF2-40B4-BE49-F238E27FC236}">
                <a16:creationId xmlns:a16="http://schemas.microsoft.com/office/drawing/2014/main" id="{B0E1BB0D-2D98-F19D-6E6D-9877CAB1DEB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100439" y="3866395"/>
            <a:ext cx="217209" cy="217209"/>
          </a:xfrm>
          <a:prstGeom prst="rect">
            <a:avLst/>
          </a:prstGeom>
        </p:spPr>
      </p:pic>
      <p:sp>
        <p:nvSpPr>
          <p:cNvPr id="57" name="Text 17">
            <a:extLst>
              <a:ext uri="{FF2B5EF4-FFF2-40B4-BE49-F238E27FC236}">
                <a16:creationId xmlns:a16="http://schemas.microsoft.com/office/drawing/2014/main" id="{376BCB1E-41D6-BC9E-6902-0FBF4281CA95}"/>
              </a:ext>
            </a:extLst>
          </p:cNvPr>
          <p:cNvSpPr/>
          <p:nvPr/>
        </p:nvSpPr>
        <p:spPr>
          <a:xfrm>
            <a:off x="4889747" y="4658936"/>
            <a:ext cx="634250" cy="122180"/>
          </a:xfrm>
          <a:prstGeom prst="rect">
            <a:avLst/>
          </a:prstGeom>
          <a:noFill/>
          <a:ln/>
        </p:spPr>
        <p:txBody>
          <a:bodyPr wrap="none" lIns="0" tIns="0" rIns="0" bIns="0" rtlCol="0" anchor="t"/>
          <a:lstStyle/>
          <a:p>
            <a:pPr marL="0" indent="0" algn="ctr">
              <a:lnSpc>
                <a:spcPts val="950"/>
              </a:lnSpc>
              <a:buNone/>
            </a:pPr>
            <a:r>
              <a:rPr lang="en-US" sz="750" b="1" dirty="0">
                <a:solidFill>
                  <a:srgbClr val="272525"/>
                </a:solidFill>
                <a:latin typeface="Inter Bold" pitchFamily="34" charset="0"/>
                <a:ea typeface="Inter Bold" pitchFamily="34" charset="-122"/>
                <a:cs typeface="Inter Bold" pitchFamily="34" charset="-120"/>
              </a:rPr>
              <a:t>Start</a:t>
            </a:r>
            <a:endParaRPr lang="en-US" sz="750" dirty="0"/>
          </a:p>
        </p:txBody>
      </p:sp>
    </p:spTree>
    <p:extLst>
      <p:ext uri="{BB962C8B-B14F-4D97-AF65-F5344CB8AC3E}">
        <p14:creationId xmlns:p14="http://schemas.microsoft.com/office/powerpoint/2010/main" val="542015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8"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7" name="Google Shape;87;p18"/>
          <p:cNvSpPr txBox="1"/>
          <p:nvPr/>
        </p:nvSpPr>
        <p:spPr>
          <a:xfrm>
            <a:off x="-335280" y="554842"/>
            <a:ext cx="9144000" cy="4645789"/>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endParaRPr sz="1700" b="1" dirty="0">
              <a:solidFill>
                <a:srgbClr val="202729"/>
              </a:solidFill>
              <a:latin typeface="Manrope"/>
              <a:ea typeface="Manrope"/>
              <a:cs typeface="Manrope"/>
              <a:sym typeface="Manrope"/>
            </a:endParaRPr>
          </a:p>
          <a:p>
            <a:pPr marL="0" lvl="0" indent="0" algn="l" rtl="0">
              <a:lnSpc>
                <a:spcPct val="115000"/>
              </a:lnSpc>
              <a:spcBef>
                <a:spcPts val="1200"/>
              </a:spcBef>
              <a:spcAft>
                <a:spcPts val="1200"/>
              </a:spcAft>
              <a:buSzPts val="935"/>
              <a:buNone/>
            </a:pPr>
            <a:endParaRPr dirty="0">
              <a:solidFill>
                <a:srgbClr val="434343"/>
              </a:solidFill>
              <a:latin typeface="Manrope"/>
              <a:ea typeface="Manrope"/>
              <a:cs typeface="Manrope"/>
              <a:sym typeface="Manrope"/>
            </a:endParaRPr>
          </a:p>
        </p:txBody>
      </p:sp>
      <p:pic>
        <p:nvPicPr>
          <p:cNvPr id="39" name="Image 0" descr="preencoded.png">
            <a:extLst>
              <a:ext uri="{FF2B5EF4-FFF2-40B4-BE49-F238E27FC236}">
                <a16:creationId xmlns:a16="http://schemas.microsoft.com/office/drawing/2014/main" id="{15F7F3AE-689F-3F24-8B52-DBD9AC742395}"/>
              </a:ext>
            </a:extLst>
          </p:cNvPr>
          <p:cNvPicPr>
            <a:picLocks noChangeAspect="1"/>
          </p:cNvPicPr>
          <p:nvPr/>
        </p:nvPicPr>
        <p:blipFill>
          <a:blip r:embed="rId4"/>
          <a:stretch>
            <a:fillRect/>
          </a:stretch>
        </p:blipFill>
        <p:spPr>
          <a:xfrm>
            <a:off x="1279245" y="1636833"/>
            <a:ext cx="6285810" cy="2951825"/>
          </a:xfrm>
          <a:prstGeom prst="rect">
            <a:avLst/>
          </a:prstGeom>
        </p:spPr>
      </p:pic>
      <p:sp>
        <p:nvSpPr>
          <p:cNvPr id="40" name="Text 1">
            <a:extLst>
              <a:ext uri="{FF2B5EF4-FFF2-40B4-BE49-F238E27FC236}">
                <a16:creationId xmlns:a16="http://schemas.microsoft.com/office/drawing/2014/main" id="{1AA7EF08-8825-33BF-18A8-F8B98B11A0AA}"/>
              </a:ext>
            </a:extLst>
          </p:cNvPr>
          <p:cNvSpPr/>
          <p:nvPr/>
        </p:nvSpPr>
        <p:spPr>
          <a:xfrm>
            <a:off x="1330518" y="4051278"/>
            <a:ext cx="1639692" cy="204961"/>
          </a:xfrm>
          <a:prstGeom prst="rect">
            <a:avLst/>
          </a:prstGeom>
          <a:noFill/>
          <a:ln/>
        </p:spPr>
        <p:txBody>
          <a:bodyPr wrap="none" lIns="0" tIns="0" rIns="0" bIns="0" rtlCol="0" anchor="t"/>
          <a:lstStyle/>
          <a:p>
            <a:pPr marL="0" indent="0" algn="r">
              <a:lnSpc>
                <a:spcPts val="1600"/>
              </a:lnSpc>
              <a:buNone/>
            </a:pPr>
            <a:r>
              <a:rPr lang="en-US" sz="1250" b="1" dirty="0">
                <a:solidFill>
                  <a:srgbClr val="000000"/>
                </a:solidFill>
                <a:latin typeface="Inter Bold" pitchFamily="34" charset="0"/>
                <a:ea typeface="Inter Bold" pitchFamily="34" charset="-122"/>
                <a:cs typeface="Inter Bold" pitchFamily="34" charset="-120"/>
              </a:rPr>
              <a:t>Users</a:t>
            </a:r>
            <a:endParaRPr lang="en-US" sz="1250" dirty="0"/>
          </a:p>
        </p:txBody>
      </p:sp>
      <p:sp>
        <p:nvSpPr>
          <p:cNvPr id="41" name="Text 2">
            <a:extLst>
              <a:ext uri="{FF2B5EF4-FFF2-40B4-BE49-F238E27FC236}">
                <a16:creationId xmlns:a16="http://schemas.microsoft.com/office/drawing/2014/main" id="{F9F00578-46EB-7F92-4CFE-E261AC362289}"/>
              </a:ext>
            </a:extLst>
          </p:cNvPr>
          <p:cNvSpPr/>
          <p:nvPr/>
        </p:nvSpPr>
        <p:spPr>
          <a:xfrm>
            <a:off x="958854" y="4314540"/>
            <a:ext cx="2011355" cy="155770"/>
          </a:xfrm>
          <a:prstGeom prst="rect">
            <a:avLst/>
          </a:prstGeom>
          <a:noFill/>
          <a:ln/>
        </p:spPr>
        <p:txBody>
          <a:bodyPr wrap="none" lIns="0" tIns="0" rIns="0" bIns="0" rtlCol="0" anchor="t"/>
          <a:lstStyle/>
          <a:p>
            <a:pPr marL="0" indent="0" algn="r">
              <a:lnSpc>
                <a:spcPts val="1200"/>
              </a:lnSpc>
              <a:buNone/>
            </a:pPr>
            <a:r>
              <a:rPr lang="en-US" sz="1000" dirty="0">
                <a:solidFill>
                  <a:srgbClr val="272525"/>
                </a:solidFill>
                <a:latin typeface="Inter" pitchFamily="34" charset="0"/>
                <a:ea typeface="Inter" pitchFamily="34" charset="-122"/>
                <a:cs typeface="Inter" pitchFamily="34" charset="-120"/>
              </a:rPr>
              <a:t> Web clients</a:t>
            </a:r>
            <a:endParaRPr lang="en-US" sz="1000" dirty="0"/>
          </a:p>
        </p:txBody>
      </p:sp>
      <p:sp>
        <p:nvSpPr>
          <p:cNvPr id="42" name="Text 3">
            <a:extLst>
              <a:ext uri="{FF2B5EF4-FFF2-40B4-BE49-F238E27FC236}">
                <a16:creationId xmlns:a16="http://schemas.microsoft.com/office/drawing/2014/main" id="{ED60C5C1-EFAB-93D6-FDCE-BCFF6B25E635}"/>
              </a:ext>
            </a:extLst>
          </p:cNvPr>
          <p:cNvSpPr/>
          <p:nvPr/>
        </p:nvSpPr>
        <p:spPr>
          <a:xfrm>
            <a:off x="6118304" y="3479208"/>
            <a:ext cx="1639692" cy="204961"/>
          </a:xfrm>
          <a:prstGeom prst="rect">
            <a:avLst/>
          </a:prstGeom>
          <a:noFill/>
          <a:ln/>
        </p:spPr>
        <p:txBody>
          <a:bodyPr wrap="none" lIns="0" tIns="0" rIns="0" bIns="0" rtlCol="0" anchor="t"/>
          <a:lstStyle/>
          <a:p>
            <a:pPr marL="0" indent="0" algn="l">
              <a:lnSpc>
                <a:spcPts val="1600"/>
              </a:lnSpc>
              <a:buNone/>
            </a:pPr>
            <a:r>
              <a:rPr lang="en-US" sz="1250" b="1" dirty="0">
                <a:solidFill>
                  <a:srgbClr val="000000"/>
                </a:solidFill>
                <a:latin typeface="Inter Bold" pitchFamily="34" charset="0"/>
                <a:ea typeface="Inter Bold" pitchFamily="34" charset="-122"/>
                <a:cs typeface="Inter Bold" pitchFamily="34" charset="-120"/>
              </a:rPr>
              <a:t>Cloud Gateway</a:t>
            </a:r>
            <a:endParaRPr lang="en-US" sz="1250" dirty="0"/>
          </a:p>
        </p:txBody>
      </p:sp>
      <p:sp>
        <p:nvSpPr>
          <p:cNvPr id="43" name="Text 5">
            <a:extLst>
              <a:ext uri="{FF2B5EF4-FFF2-40B4-BE49-F238E27FC236}">
                <a16:creationId xmlns:a16="http://schemas.microsoft.com/office/drawing/2014/main" id="{6D048441-3998-95F2-08F1-A2F4637CC982}"/>
              </a:ext>
            </a:extLst>
          </p:cNvPr>
          <p:cNvSpPr/>
          <p:nvPr/>
        </p:nvSpPr>
        <p:spPr>
          <a:xfrm>
            <a:off x="1330404" y="2958151"/>
            <a:ext cx="1639692" cy="204961"/>
          </a:xfrm>
          <a:prstGeom prst="rect">
            <a:avLst/>
          </a:prstGeom>
          <a:noFill/>
          <a:ln/>
        </p:spPr>
        <p:txBody>
          <a:bodyPr wrap="none" lIns="0" tIns="0" rIns="0" bIns="0" rtlCol="0" anchor="t"/>
          <a:lstStyle/>
          <a:p>
            <a:pPr marL="0" indent="0" algn="r">
              <a:lnSpc>
                <a:spcPts val="1600"/>
              </a:lnSpc>
              <a:buNone/>
            </a:pPr>
            <a:r>
              <a:rPr lang="en-US" sz="1250" b="1" dirty="0">
                <a:solidFill>
                  <a:srgbClr val="000000"/>
                </a:solidFill>
                <a:latin typeface="Inter Bold" pitchFamily="34" charset="0"/>
                <a:ea typeface="Inter Bold" pitchFamily="34" charset="-122"/>
                <a:cs typeface="Inter Bold" pitchFamily="34" charset="-120"/>
              </a:rPr>
              <a:t>Frontend Hosting</a:t>
            </a:r>
            <a:endParaRPr lang="en-US" sz="1250" dirty="0"/>
          </a:p>
        </p:txBody>
      </p:sp>
      <p:sp>
        <p:nvSpPr>
          <p:cNvPr id="44" name="Text 6">
            <a:extLst>
              <a:ext uri="{FF2B5EF4-FFF2-40B4-BE49-F238E27FC236}">
                <a16:creationId xmlns:a16="http://schemas.microsoft.com/office/drawing/2014/main" id="{21838E36-F8F9-2DDF-98C6-65A25A10CD99}"/>
              </a:ext>
            </a:extLst>
          </p:cNvPr>
          <p:cNvSpPr/>
          <p:nvPr/>
        </p:nvSpPr>
        <p:spPr>
          <a:xfrm>
            <a:off x="958741" y="3221412"/>
            <a:ext cx="2011355" cy="155770"/>
          </a:xfrm>
          <a:prstGeom prst="rect">
            <a:avLst/>
          </a:prstGeom>
          <a:noFill/>
          <a:ln/>
        </p:spPr>
        <p:txBody>
          <a:bodyPr wrap="none" lIns="0" tIns="0" rIns="0" bIns="0" rtlCol="0" anchor="t"/>
          <a:lstStyle/>
          <a:p>
            <a:pPr marL="0" indent="0" algn="r">
              <a:lnSpc>
                <a:spcPts val="1200"/>
              </a:lnSpc>
              <a:buNone/>
            </a:pPr>
            <a:r>
              <a:rPr lang="en-US" sz="1000" dirty="0">
                <a:solidFill>
                  <a:srgbClr val="272525"/>
                </a:solidFill>
                <a:latin typeface="Inter" pitchFamily="34" charset="0"/>
                <a:ea typeface="Inter" pitchFamily="34" charset="-122"/>
                <a:cs typeface="Inter" pitchFamily="34" charset="-120"/>
              </a:rPr>
              <a:t>React and Flutter apps</a:t>
            </a:r>
            <a:endParaRPr lang="en-US" sz="1000" dirty="0"/>
          </a:p>
        </p:txBody>
      </p:sp>
      <p:sp>
        <p:nvSpPr>
          <p:cNvPr id="45" name="Text 7">
            <a:extLst>
              <a:ext uri="{FF2B5EF4-FFF2-40B4-BE49-F238E27FC236}">
                <a16:creationId xmlns:a16="http://schemas.microsoft.com/office/drawing/2014/main" id="{1A2B05D8-C6CA-718B-2004-668E6176A080}"/>
              </a:ext>
            </a:extLst>
          </p:cNvPr>
          <p:cNvSpPr/>
          <p:nvPr/>
        </p:nvSpPr>
        <p:spPr>
          <a:xfrm>
            <a:off x="6118304" y="2342355"/>
            <a:ext cx="1639692" cy="204961"/>
          </a:xfrm>
          <a:prstGeom prst="rect">
            <a:avLst/>
          </a:prstGeom>
          <a:noFill/>
          <a:ln/>
        </p:spPr>
        <p:txBody>
          <a:bodyPr wrap="none" lIns="0" tIns="0" rIns="0" bIns="0" rtlCol="0" anchor="t"/>
          <a:lstStyle/>
          <a:p>
            <a:pPr marL="0" indent="0" algn="l">
              <a:lnSpc>
                <a:spcPts val="1600"/>
              </a:lnSpc>
              <a:buNone/>
            </a:pPr>
            <a:r>
              <a:rPr lang="en-US" sz="1250" b="1" dirty="0">
                <a:solidFill>
                  <a:srgbClr val="000000"/>
                </a:solidFill>
                <a:latin typeface="Inter Bold" pitchFamily="34" charset="0"/>
                <a:ea typeface="Inter Bold" pitchFamily="34" charset="-122"/>
                <a:cs typeface="Inter Bold" pitchFamily="34" charset="-120"/>
              </a:rPr>
              <a:t>API Gateway</a:t>
            </a:r>
            <a:endParaRPr lang="en-US" sz="1250" dirty="0"/>
          </a:p>
        </p:txBody>
      </p:sp>
      <p:sp>
        <p:nvSpPr>
          <p:cNvPr id="46" name="Text 9">
            <a:extLst>
              <a:ext uri="{FF2B5EF4-FFF2-40B4-BE49-F238E27FC236}">
                <a16:creationId xmlns:a16="http://schemas.microsoft.com/office/drawing/2014/main" id="{2B3BF4A4-90C5-29F6-E43C-DEE90BAC408D}"/>
              </a:ext>
            </a:extLst>
          </p:cNvPr>
          <p:cNvSpPr/>
          <p:nvPr/>
        </p:nvSpPr>
        <p:spPr>
          <a:xfrm>
            <a:off x="782242" y="1804662"/>
            <a:ext cx="1639692" cy="204961"/>
          </a:xfrm>
          <a:prstGeom prst="rect">
            <a:avLst/>
          </a:prstGeom>
          <a:noFill/>
          <a:ln/>
        </p:spPr>
        <p:txBody>
          <a:bodyPr wrap="none" lIns="0" tIns="0" rIns="0" bIns="0" rtlCol="0" anchor="t"/>
          <a:lstStyle/>
          <a:p>
            <a:pPr marL="0" indent="0" algn="r">
              <a:lnSpc>
                <a:spcPts val="1600"/>
              </a:lnSpc>
              <a:buNone/>
            </a:pPr>
            <a:r>
              <a:rPr lang="en-US" sz="1250" b="1" dirty="0">
                <a:solidFill>
                  <a:srgbClr val="000000"/>
                </a:solidFill>
                <a:latin typeface="Inter Bold" pitchFamily="34" charset="0"/>
                <a:ea typeface="Inter Bold" pitchFamily="34" charset="-122"/>
                <a:cs typeface="Inter Bold" pitchFamily="34" charset="-120"/>
              </a:rPr>
              <a:t>Services &amp; Storage</a:t>
            </a:r>
            <a:endParaRPr lang="en-US" sz="1250" dirty="0"/>
          </a:p>
        </p:txBody>
      </p:sp>
      <p:sp>
        <p:nvSpPr>
          <p:cNvPr id="47" name="Text 10">
            <a:extLst>
              <a:ext uri="{FF2B5EF4-FFF2-40B4-BE49-F238E27FC236}">
                <a16:creationId xmlns:a16="http://schemas.microsoft.com/office/drawing/2014/main" id="{958EB94B-7A2E-DB5C-C59C-710B96508B55}"/>
              </a:ext>
            </a:extLst>
          </p:cNvPr>
          <p:cNvSpPr/>
          <p:nvPr/>
        </p:nvSpPr>
        <p:spPr>
          <a:xfrm>
            <a:off x="958854" y="2128285"/>
            <a:ext cx="2011355" cy="155770"/>
          </a:xfrm>
          <a:prstGeom prst="rect">
            <a:avLst/>
          </a:prstGeom>
          <a:noFill/>
          <a:ln/>
        </p:spPr>
        <p:txBody>
          <a:bodyPr wrap="none" lIns="0" tIns="0" rIns="0" bIns="0" rtlCol="0" anchor="t"/>
          <a:lstStyle/>
          <a:p>
            <a:pPr marL="0" indent="0" algn="r">
              <a:lnSpc>
                <a:spcPts val="1200"/>
              </a:lnSpc>
              <a:buNone/>
            </a:pPr>
            <a:r>
              <a:rPr lang="en-US" sz="1000" dirty="0">
                <a:solidFill>
                  <a:srgbClr val="272525"/>
                </a:solidFill>
                <a:latin typeface="Inter" pitchFamily="34" charset="0"/>
                <a:ea typeface="Inter" pitchFamily="34" charset="-122"/>
                <a:cs typeface="Inter" pitchFamily="34" charset="-120"/>
              </a:rPr>
              <a:t>Microservices, AI, Data, Storage</a:t>
            </a:r>
            <a:endParaRPr lang="en-US" sz="1000" dirty="0"/>
          </a:p>
        </p:txBody>
      </p:sp>
      <p:sp>
        <p:nvSpPr>
          <p:cNvPr id="48" name="Text 0">
            <a:extLst>
              <a:ext uri="{FF2B5EF4-FFF2-40B4-BE49-F238E27FC236}">
                <a16:creationId xmlns:a16="http://schemas.microsoft.com/office/drawing/2014/main" id="{6DC9CAFE-6155-90A1-FE87-4789AA1C945F}"/>
              </a:ext>
            </a:extLst>
          </p:cNvPr>
          <p:cNvSpPr/>
          <p:nvPr/>
        </p:nvSpPr>
        <p:spPr>
          <a:xfrm>
            <a:off x="2010846" y="692955"/>
            <a:ext cx="5122307" cy="637937"/>
          </a:xfrm>
          <a:prstGeom prst="rect">
            <a:avLst/>
          </a:prstGeom>
          <a:noFill/>
          <a:ln/>
        </p:spPr>
        <p:txBody>
          <a:bodyPr wrap="none" lIns="0" tIns="0" rIns="0" bIns="0" rtlCol="0" anchor="t"/>
          <a:lstStyle/>
          <a:p>
            <a:pPr marL="0" indent="0" algn="l">
              <a:lnSpc>
                <a:spcPts val="5000"/>
              </a:lnSpc>
              <a:buNone/>
            </a:pPr>
            <a:r>
              <a:rPr lang="en-US" sz="3600" b="1" dirty="0">
                <a:solidFill>
                  <a:srgbClr val="000000"/>
                </a:solidFill>
                <a:latin typeface="Inter Bold" pitchFamily="34" charset="0"/>
                <a:ea typeface="Inter Bold" pitchFamily="34" charset="-122"/>
                <a:cs typeface="Inter Bold" pitchFamily="34" charset="-120"/>
              </a:rPr>
              <a:t>System Architecture</a:t>
            </a:r>
            <a:endParaRPr lang="en-US" sz="3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3">
            <a:alphaModFix/>
          </a:blip>
          <a:srcRect/>
          <a:stretch/>
        </p:blipFill>
        <p:spPr>
          <a:xfrm>
            <a:off x="0" y="18335"/>
            <a:ext cx="9144018" cy="5143501"/>
          </a:xfrm>
          <a:prstGeom prst="rect">
            <a:avLst/>
          </a:prstGeom>
          <a:noFill/>
          <a:ln>
            <a:noFill/>
          </a:ln>
        </p:spPr>
      </p:pic>
      <p:sp>
        <p:nvSpPr>
          <p:cNvPr id="99" name="Google Shape;99;p20"/>
          <p:cNvSpPr txBox="1"/>
          <p:nvPr/>
        </p:nvSpPr>
        <p:spPr>
          <a:xfrm>
            <a:off x="0" y="510540"/>
            <a:ext cx="4427220" cy="206121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endParaRPr dirty="0">
              <a:solidFill>
                <a:srgbClr val="434343"/>
              </a:solidFill>
              <a:latin typeface="Manrope"/>
              <a:ea typeface="Manrope"/>
              <a:cs typeface="Manrope"/>
              <a:sym typeface="Manrope"/>
            </a:endParaRPr>
          </a:p>
        </p:txBody>
      </p:sp>
      <p:sp>
        <p:nvSpPr>
          <p:cNvPr id="2" name="Text 0">
            <a:extLst>
              <a:ext uri="{FF2B5EF4-FFF2-40B4-BE49-F238E27FC236}">
                <a16:creationId xmlns:a16="http://schemas.microsoft.com/office/drawing/2014/main" id="{51FDD4CB-02C9-A950-2160-18AE1F52ED06}"/>
              </a:ext>
            </a:extLst>
          </p:cNvPr>
          <p:cNvSpPr/>
          <p:nvPr/>
        </p:nvSpPr>
        <p:spPr>
          <a:xfrm>
            <a:off x="576143" y="820460"/>
            <a:ext cx="2675215" cy="334328"/>
          </a:xfrm>
          <a:prstGeom prst="rect">
            <a:avLst/>
          </a:prstGeom>
          <a:noFill/>
          <a:ln/>
        </p:spPr>
        <p:txBody>
          <a:bodyPr wrap="none" lIns="0" tIns="0" rIns="0" bIns="0" rtlCol="0" anchor="t"/>
          <a:lstStyle/>
          <a:p>
            <a:pPr marL="0" indent="0" algn="l">
              <a:lnSpc>
                <a:spcPts val="2600"/>
              </a:lnSpc>
              <a:buNone/>
            </a:pPr>
            <a:r>
              <a:rPr lang="en-US" sz="2100" b="1" dirty="0">
                <a:solidFill>
                  <a:srgbClr val="000000"/>
                </a:solidFill>
                <a:latin typeface="Inter Bold" pitchFamily="34" charset="0"/>
                <a:ea typeface="Inter Bold" pitchFamily="34" charset="-122"/>
                <a:cs typeface="Inter Bold" pitchFamily="34" charset="-120"/>
              </a:rPr>
              <a:t>Technologies Used</a:t>
            </a:r>
            <a:endParaRPr lang="en-US" sz="2100" dirty="0"/>
          </a:p>
        </p:txBody>
      </p:sp>
      <p:sp>
        <p:nvSpPr>
          <p:cNvPr id="3" name="Text 1">
            <a:extLst>
              <a:ext uri="{FF2B5EF4-FFF2-40B4-BE49-F238E27FC236}">
                <a16:creationId xmlns:a16="http://schemas.microsoft.com/office/drawing/2014/main" id="{D3112D68-716C-3834-A341-7568193B770B}"/>
              </a:ext>
            </a:extLst>
          </p:cNvPr>
          <p:cNvSpPr/>
          <p:nvPr/>
        </p:nvSpPr>
        <p:spPr>
          <a:xfrm>
            <a:off x="576143" y="1280993"/>
            <a:ext cx="1605082" cy="200620"/>
          </a:xfrm>
          <a:prstGeom prst="rect">
            <a:avLst/>
          </a:prstGeom>
          <a:noFill/>
          <a:ln/>
        </p:spPr>
        <p:txBody>
          <a:bodyPr wrap="none" lIns="0" tIns="0" rIns="0" bIns="0" rtlCol="0" anchor="t"/>
          <a:lstStyle/>
          <a:p>
            <a:pPr marL="0" indent="0" algn="l">
              <a:lnSpc>
                <a:spcPts val="1550"/>
              </a:lnSpc>
              <a:buNone/>
            </a:pPr>
            <a:r>
              <a:rPr lang="en-US" sz="1250" b="1" dirty="0">
                <a:solidFill>
                  <a:srgbClr val="000000"/>
                </a:solidFill>
                <a:latin typeface="Inter Bold" pitchFamily="34" charset="0"/>
                <a:ea typeface="Inter Bold" pitchFamily="34" charset="-122"/>
                <a:cs typeface="Inter Bold" pitchFamily="34" charset="-120"/>
              </a:rPr>
              <a:t>Technology Stack</a:t>
            </a:r>
            <a:endParaRPr lang="en-US" sz="1250" dirty="0"/>
          </a:p>
        </p:txBody>
      </p:sp>
      <p:sp>
        <p:nvSpPr>
          <p:cNvPr id="4" name="Shape 2">
            <a:extLst>
              <a:ext uri="{FF2B5EF4-FFF2-40B4-BE49-F238E27FC236}">
                <a16:creationId xmlns:a16="http://schemas.microsoft.com/office/drawing/2014/main" id="{8F38FBCF-BF09-1BAD-4E9A-7AD36D8406BA}"/>
              </a:ext>
            </a:extLst>
          </p:cNvPr>
          <p:cNvSpPr/>
          <p:nvPr/>
        </p:nvSpPr>
        <p:spPr>
          <a:xfrm>
            <a:off x="576143" y="1538407"/>
            <a:ext cx="2250877" cy="863798"/>
          </a:xfrm>
          <a:prstGeom prst="roundRect">
            <a:avLst>
              <a:gd name="adj" fmla="val 5113"/>
            </a:avLst>
          </a:prstGeom>
          <a:solidFill>
            <a:srgbClr val="FFFFFF"/>
          </a:solidFill>
          <a:ln w="15240">
            <a:solidFill>
              <a:srgbClr val="C0C1D7"/>
            </a:solidFill>
            <a:prstDash val="solid"/>
          </a:ln>
        </p:spPr>
        <p:txBody>
          <a:bodyPr/>
          <a:lstStyle/>
          <a:p>
            <a:endParaRPr lang="en-IN"/>
          </a:p>
        </p:txBody>
      </p:sp>
      <p:sp>
        <p:nvSpPr>
          <p:cNvPr id="5" name="Shape 3">
            <a:extLst>
              <a:ext uri="{FF2B5EF4-FFF2-40B4-BE49-F238E27FC236}">
                <a16:creationId xmlns:a16="http://schemas.microsoft.com/office/drawing/2014/main" id="{D062D27C-FAF0-D7BB-C329-82ED35E8A7B5}"/>
              </a:ext>
            </a:extLst>
          </p:cNvPr>
          <p:cNvSpPr/>
          <p:nvPr/>
        </p:nvSpPr>
        <p:spPr>
          <a:xfrm>
            <a:off x="591383" y="1553647"/>
            <a:ext cx="428030" cy="848558"/>
          </a:xfrm>
          <a:prstGeom prst="roundRect">
            <a:avLst>
              <a:gd name="adj" fmla="val 6228"/>
            </a:avLst>
          </a:prstGeom>
          <a:solidFill>
            <a:srgbClr val="DADBF1"/>
          </a:solidFill>
          <a:ln/>
        </p:spPr>
        <p:txBody>
          <a:bodyPr/>
          <a:lstStyle/>
          <a:p>
            <a:endParaRPr lang="en-IN"/>
          </a:p>
        </p:txBody>
      </p:sp>
      <p:sp>
        <p:nvSpPr>
          <p:cNvPr id="6" name="Text 4">
            <a:extLst>
              <a:ext uri="{FF2B5EF4-FFF2-40B4-BE49-F238E27FC236}">
                <a16:creationId xmlns:a16="http://schemas.microsoft.com/office/drawing/2014/main" id="{AED8D5BF-8704-0FF0-D310-D02D640248B7}"/>
              </a:ext>
            </a:extLst>
          </p:cNvPr>
          <p:cNvSpPr/>
          <p:nvPr/>
        </p:nvSpPr>
        <p:spPr>
          <a:xfrm>
            <a:off x="721281" y="1877616"/>
            <a:ext cx="160496" cy="200620"/>
          </a:xfrm>
          <a:prstGeom prst="rect">
            <a:avLst/>
          </a:prstGeom>
          <a:noFill/>
          <a:ln/>
        </p:spPr>
        <p:txBody>
          <a:bodyPr wrap="none" lIns="0" tIns="0" rIns="0" bIns="0" rtlCol="0" anchor="t"/>
          <a:lstStyle/>
          <a:p>
            <a:pPr marL="0" indent="0" algn="l">
              <a:lnSpc>
                <a:spcPts val="1250"/>
              </a:lnSpc>
              <a:buNone/>
            </a:pPr>
            <a:r>
              <a:rPr lang="en-US" sz="1250" b="1" dirty="0">
                <a:solidFill>
                  <a:srgbClr val="272525"/>
                </a:solidFill>
                <a:latin typeface="Inter Bold" pitchFamily="34" charset="0"/>
                <a:ea typeface="Inter Bold" pitchFamily="34" charset="-122"/>
                <a:cs typeface="Inter Bold" pitchFamily="34" charset="-120"/>
              </a:rPr>
              <a:t>1</a:t>
            </a:r>
            <a:endParaRPr lang="en-US" sz="1250" dirty="0"/>
          </a:p>
        </p:txBody>
      </p:sp>
      <p:sp>
        <p:nvSpPr>
          <p:cNvPr id="7" name="Shape 5">
            <a:extLst>
              <a:ext uri="{FF2B5EF4-FFF2-40B4-BE49-F238E27FC236}">
                <a16:creationId xmlns:a16="http://schemas.microsoft.com/office/drawing/2014/main" id="{2EBDE6F6-AD20-32B4-7113-8790485E0A15}"/>
              </a:ext>
            </a:extLst>
          </p:cNvPr>
          <p:cNvSpPr/>
          <p:nvPr/>
        </p:nvSpPr>
        <p:spPr>
          <a:xfrm>
            <a:off x="1069896" y="1660565"/>
            <a:ext cx="596384" cy="164783"/>
          </a:xfrm>
          <a:prstGeom prst="roundRect">
            <a:avLst>
              <a:gd name="adj" fmla="val 21820"/>
            </a:avLst>
          </a:prstGeom>
          <a:solidFill>
            <a:srgbClr val="DADBF1"/>
          </a:solidFill>
          <a:ln/>
        </p:spPr>
        <p:txBody>
          <a:bodyPr/>
          <a:lstStyle/>
          <a:p>
            <a:endParaRPr lang="en-IN"/>
          </a:p>
        </p:txBody>
      </p:sp>
      <p:sp>
        <p:nvSpPr>
          <p:cNvPr id="8" name="Text 6">
            <a:extLst>
              <a:ext uri="{FF2B5EF4-FFF2-40B4-BE49-F238E27FC236}">
                <a16:creationId xmlns:a16="http://schemas.microsoft.com/office/drawing/2014/main" id="{D44AC51C-7F04-5521-5F03-B405173D69B4}"/>
              </a:ext>
            </a:extLst>
          </p:cNvPr>
          <p:cNvSpPr/>
          <p:nvPr/>
        </p:nvSpPr>
        <p:spPr>
          <a:xfrm>
            <a:off x="1134070" y="1692593"/>
            <a:ext cx="468035" cy="100727"/>
          </a:xfrm>
          <a:prstGeom prst="rect">
            <a:avLst/>
          </a:prstGeom>
          <a:noFill/>
          <a:ln/>
        </p:spPr>
        <p:txBody>
          <a:bodyPr wrap="none" lIns="0" tIns="0" rIns="0" bIns="0" rtlCol="0" anchor="t"/>
          <a:lstStyle/>
          <a:p>
            <a:pPr marL="0" indent="0" algn="l">
              <a:lnSpc>
                <a:spcPts val="750"/>
              </a:lnSpc>
              <a:buNone/>
            </a:pPr>
            <a:r>
              <a:rPr lang="en-US" sz="650" dirty="0">
                <a:solidFill>
                  <a:srgbClr val="272525"/>
                </a:solidFill>
                <a:latin typeface="Inter" pitchFamily="34" charset="0"/>
                <a:ea typeface="Inter" pitchFamily="34" charset="-122"/>
                <a:cs typeface="Inter" pitchFamily="34" charset="-120"/>
              </a:rPr>
              <a:t>FRONTEND</a:t>
            </a:r>
            <a:endParaRPr lang="en-US" sz="650" dirty="0"/>
          </a:p>
        </p:txBody>
      </p:sp>
      <p:sp>
        <p:nvSpPr>
          <p:cNvPr id="9" name="Text 7">
            <a:extLst>
              <a:ext uri="{FF2B5EF4-FFF2-40B4-BE49-F238E27FC236}">
                <a16:creationId xmlns:a16="http://schemas.microsoft.com/office/drawing/2014/main" id="{B74F4E5F-B5D9-F5E4-1468-1D8E6940FE8E}"/>
              </a:ext>
            </a:extLst>
          </p:cNvPr>
          <p:cNvSpPr/>
          <p:nvPr/>
        </p:nvSpPr>
        <p:spPr>
          <a:xfrm>
            <a:off x="1069896" y="1882140"/>
            <a:ext cx="7366516" cy="413147"/>
          </a:xfrm>
          <a:prstGeom prst="rect">
            <a:avLst/>
          </a:prstGeom>
          <a:noFill/>
          <a:ln/>
        </p:spPr>
        <p:txBody>
          <a:bodyPr wrap="square" lIns="0" tIns="0" rIns="0" bIns="0" rtlCol="0" anchor="t"/>
          <a:lstStyle/>
          <a:p>
            <a:pPr marL="342900" indent="-342900" algn="l">
              <a:lnSpc>
                <a:spcPts val="950"/>
              </a:lnSpc>
              <a:buSzPct val="100000"/>
              <a:buChar char="•"/>
            </a:pPr>
            <a:r>
              <a:rPr lang="en-US" sz="800" dirty="0">
                <a:solidFill>
                  <a:srgbClr val="272525"/>
                </a:solidFill>
                <a:latin typeface="Inter" pitchFamily="34" charset="0"/>
                <a:ea typeface="Inter" pitchFamily="34" charset="-122"/>
                <a:cs typeface="Inter" pitchFamily="34" charset="-120"/>
              </a:rPr>
              <a:t>React.js</a:t>
            </a:r>
            <a:endParaRPr lang="en-US" sz="800" dirty="0"/>
          </a:p>
          <a:p>
            <a:pPr marL="342900" indent="-342900" algn="l">
              <a:lnSpc>
                <a:spcPts val="950"/>
              </a:lnSpc>
              <a:buSzPct val="100000"/>
              <a:buChar char="•"/>
            </a:pPr>
            <a:r>
              <a:rPr lang="en-US" sz="800" dirty="0">
                <a:solidFill>
                  <a:srgbClr val="272525"/>
                </a:solidFill>
                <a:latin typeface="Inter" pitchFamily="34" charset="0"/>
                <a:ea typeface="Inter" pitchFamily="34" charset="-122"/>
                <a:cs typeface="Inter" pitchFamily="34" charset="-120"/>
              </a:rPr>
              <a:t>TypeScript</a:t>
            </a:r>
            <a:endParaRPr lang="en-US" sz="800" dirty="0"/>
          </a:p>
        </p:txBody>
      </p:sp>
      <p:sp>
        <p:nvSpPr>
          <p:cNvPr id="10" name="Shape 8">
            <a:extLst>
              <a:ext uri="{FF2B5EF4-FFF2-40B4-BE49-F238E27FC236}">
                <a16:creationId xmlns:a16="http://schemas.microsoft.com/office/drawing/2014/main" id="{E284970E-AAA8-E98A-44E6-E82AA7C5E70F}"/>
              </a:ext>
            </a:extLst>
          </p:cNvPr>
          <p:cNvSpPr/>
          <p:nvPr/>
        </p:nvSpPr>
        <p:spPr>
          <a:xfrm>
            <a:off x="576143" y="2467928"/>
            <a:ext cx="2250877" cy="848558"/>
          </a:xfrm>
          <a:prstGeom prst="roundRect">
            <a:avLst>
              <a:gd name="adj" fmla="val 5113"/>
            </a:avLst>
          </a:prstGeom>
          <a:solidFill>
            <a:srgbClr val="FFFFFF"/>
          </a:solidFill>
          <a:ln w="15240">
            <a:solidFill>
              <a:srgbClr val="C0C1D7"/>
            </a:solidFill>
            <a:prstDash val="solid"/>
          </a:ln>
        </p:spPr>
        <p:txBody>
          <a:bodyPr/>
          <a:lstStyle/>
          <a:p>
            <a:endParaRPr lang="en-IN"/>
          </a:p>
        </p:txBody>
      </p:sp>
      <p:sp>
        <p:nvSpPr>
          <p:cNvPr id="11" name="Shape 9">
            <a:extLst>
              <a:ext uri="{FF2B5EF4-FFF2-40B4-BE49-F238E27FC236}">
                <a16:creationId xmlns:a16="http://schemas.microsoft.com/office/drawing/2014/main" id="{8FA10526-7C0A-7697-4298-C359DFBB3B82}"/>
              </a:ext>
            </a:extLst>
          </p:cNvPr>
          <p:cNvSpPr/>
          <p:nvPr/>
        </p:nvSpPr>
        <p:spPr>
          <a:xfrm>
            <a:off x="591383" y="2483168"/>
            <a:ext cx="428030" cy="848558"/>
          </a:xfrm>
          <a:prstGeom prst="roundRect">
            <a:avLst>
              <a:gd name="adj" fmla="val 6228"/>
            </a:avLst>
          </a:prstGeom>
          <a:solidFill>
            <a:srgbClr val="DADBF1"/>
          </a:solidFill>
          <a:ln/>
        </p:spPr>
        <p:txBody>
          <a:bodyPr/>
          <a:lstStyle/>
          <a:p>
            <a:endParaRPr lang="en-IN"/>
          </a:p>
        </p:txBody>
      </p:sp>
      <p:sp>
        <p:nvSpPr>
          <p:cNvPr id="12" name="Text 10">
            <a:extLst>
              <a:ext uri="{FF2B5EF4-FFF2-40B4-BE49-F238E27FC236}">
                <a16:creationId xmlns:a16="http://schemas.microsoft.com/office/drawing/2014/main" id="{58625A4F-E129-87F7-43B9-7127E5B6F086}"/>
              </a:ext>
            </a:extLst>
          </p:cNvPr>
          <p:cNvSpPr/>
          <p:nvPr/>
        </p:nvSpPr>
        <p:spPr>
          <a:xfrm>
            <a:off x="721281" y="2807137"/>
            <a:ext cx="160496" cy="200620"/>
          </a:xfrm>
          <a:prstGeom prst="rect">
            <a:avLst/>
          </a:prstGeom>
          <a:noFill/>
          <a:ln/>
        </p:spPr>
        <p:txBody>
          <a:bodyPr wrap="none" lIns="0" tIns="0" rIns="0" bIns="0" rtlCol="0" anchor="t"/>
          <a:lstStyle/>
          <a:p>
            <a:pPr marL="0" indent="0" algn="l">
              <a:lnSpc>
                <a:spcPts val="1250"/>
              </a:lnSpc>
              <a:buNone/>
            </a:pPr>
            <a:r>
              <a:rPr lang="en-US" sz="1250" b="1" dirty="0">
                <a:solidFill>
                  <a:srgbClr val="272525"/>
                </a:solidFill>
                <a:latin typeface="Inter Bold" pitchFamily="34" charset="0"/>
                <a:ea typeface="Inter Bold" pitchFamily="34" charset="-122"/>
                <a:cs typeface="Inter Bold" pitchFamily="34" charset="-120"/>
              </a:rPr>
              <a:t>2</a:t>
            </a:r>
            <a:endParaRPr lang="en-US" sz="1250" dirty="0"/>
          </a:p>
        </p:txBody>
      </p:sp>
      <p:sp>
        <p:nvSpPr>
          <p:cNvPr id="13" name="Shape 11">
            <a:extLst>
              <a:ext uri="{FF2B5EF4-FFF2-40B4-BE49-F238E27FC236}">
                <a16:creationId xmlns:a16="http://schemas.microsoft.com/office/drawing/2014/main" id="{EDD30999-89AA-B77E-BEC7-9DAD3D8C4ACF}"/>
              </a:ext>
            </a:extLst>
          </p:cNvPr>
          <p:cNvSpPr/>
          <p:nvPr/>
        </p:nvSpPr>
        <p:spPr>
          <a:xfrm>
            <a:off x="1069896" y="2590086"/>
            <a:ext cx="537805" cy="164783"/>
          </a:xfrm>
          <a:prstGeom prst="roundRect">
            <a:avLst>
              <a:gd name="adj" fmla="val 21820"/>
            </a:avLst>
          </a:prstGeom>
          <a:solidFill>
            <a:srgbClr val="DADBF1"/>
          </a:solidFill>
          <a:ln/>
        </p:spPr>
        <p:txBody>
          <a:bodyPr/>
          <a:lstStyle/>
          <a:p>
            <a:endParaRPr lang="en-IN"/>
          </a:p>
        </p:txBody>
      </p:sp>
      <p:sp>
        <p:nvSpPr>
          <p:cNvPr id="14" name="Text 12">
            <a:extLst>
              <a:ext uri="{FF2B5EF4-FFF2-40B4-BE49-F238E27FC236}">
                <a16:creationId xmlns:a16="http://schemas.microsoft.com/office/drawing/2014/main" id="{758D8237-F5C6-1904-2DE8-CE5739C15F45}"/>
              </a:ext>
            </a:extLst>
          </p:cNvPr>
          <p:cNvSpPr/>
          <p:nvPr/>
        </p:nvSpPr>
        <p:spPr>
          <a:xfrm>
            <a:off x="1134070" y="2622113"/>
            <a:ext cx="409456" cy="100727"/>
          </a:xfrm>
          <a:prstGeom prst="rect">
            <a:avLst/>
          </a:prstGeom>
          <a:noFill/>
          <a:ln/>
        </p:spPr>
        <p:txBody>
          <a:bodyPr wrap="none" lIns="0" tIns="0" rIns="0" bIns="0" rtlCol="0" anchor="t"/>
          <a:lstStyle/>
          <a:p>
            <a:pPr marL="0" indent="0" algn="l">
              <a:lnSpc>
                <a:spcPts val="750"/>
              </a:lnSpc>
              <a:buNone/>
            </a:pPr>
            <a:r>
              <a:rPr lang="en-US" sz="650" dirty="0">
                <a:solidFill>
                  <a:srgbClr val="272525"/>
                </a:solidFill>
                <a:latin typeface="Inter" pitchFamily="34" charset="0"/>
                <a:ea typeface="Inter" pitchFamily="34" charset="-122"/>
                <a:cs typeface="Inter" pitchFamily="34" charset="-120"/>
              </a:rPr>
              <a:t>BACKEND</a:t>
            </a:r>
            <a:endParaRPr lang="en-US" sz="650" dirty="0"/>
          </a:p>
        </p:txBody>
      </p:sp>
      <p:sp>
        <p:nvSpPr>
          <p:cNvPr id="15" name="Text 13">
            <a:extLst>
              <a:ext uri="{FF2B5EF4-FFF2-40B4-BE49-F238E27FC236}">
                <a16:creationId xmlns:a16="http://schemas.microsoft.com/office/drawing/2014/main" id="{E2E690D8-8BD2-8B25-7D2B-B364613B33F0}"/>
              </a:ext>
            </a:extLst>
          </p:cNvPr>
          <p:cNvSpPr/>
          <p:nvPr/>
        </p:nvSpPr>
        <p:spPr>
          <a:xfrm>
            <a:off x="1069896" y="2811661"/>
            <a:ext cx="7366516" cy="413147"/>
          </a:xfrm>
          <a:prstGeom prst="rect">
            <a:avLst/>
          </a:prstGeom>
          <a:noFill/>
          <a:ln/>
        </p:spPr>
        <p:txBody>
          <a:bodyPr wrap="square" lIns="0" tIns="0" rIns="0" bIns="0" rtlCol="0" anchor="t"/>
          <a:lstStyle/>
          <a:p>
            <a:pPr algn="l">
              <a:lnSpc>
                <a:spcPts val="950"/>
              </a:lnSpc>
              <a:buSzPct val="100000"/>
            </a:pPr>
            <a:endParaRPr lang="en-US" sz="800" dirty="0"/>
          </a:p>
          <a:p>
            <a:pPr marL="342900" indent="-342900" algn="l">
              <a:lnSpc>
                <a:spcPts val="950"/>
              </a:lnSpc>
              <a:buSzPct val="100000"/>
              <a:buChar char="•"/>
            </a:pPr>
            <a:r>
              <a:rPr lang="en-US" sz="800" dirty="0">
                <a:solidFill>
                  <a:srgbClr val="272525"/>
                </a:solidFill>
                <a:latin typeface="Inter" pitchFamily="34" charset="0"/>
                <a:ea typeface="Inter" pitchFamily="34" charset="-122"/>
                <a:cs typeface="Inter" pitchFamily="34" charset="-120"/>
              </a:rPr>
              <a:t>Node.js</a:t>
            </a:r>
            <a:endParaRPr lang="en-US" sz="800" dirty="0"/>
          </a:p>
          <a:p>
            <a:pPr marL="342900" indent="-342900" algn="l">
              <a:lnSpc>
                <a:spcPts val="950"/>
              </a:lnSpc>
              <a:buSzPct val="100000"/>
              <a:buChar char="•"/>
            </a:pPr>
            <a:r>
              <a:rPr lang="en-US" sz="800" dirty="0">
                <a:solidFill>
                  <a:srgbClr val="272525"/>
                </a:solidFill>
                <a:latin typeface="Inter" pitchFamily="34" charset="0"/>
                <a:ea typeface="Inter" pitchFamily="34" charset="-122"/>
                <a:cs typeface="Inter" pitchFamily="34" charset="-120"/>
              </a:rPr>
              <a:t>Express.js</a:t>
            </a:r>
            <a:endParaRPr lang="en-US" sz="800" dirty="0"/>
          </a:p>
        </p:txBody>
      </p:sp>
      <p:sp>
        <p:nvSpPr>
          <p:cNvPr id="16" name="Shape 14">
            <a:extLst>
              <a:ext uri="{FF2B5EF4-FFF2-40B4-BE49-F238E27FC236}">
                <a16:creationId xmlns:a16="http://schemas.microsoft.com/office/drawing/2014/main" id="{7445417B-8BE9-BE9A-7AAB-BE940E4E1D47}"/>
              </a:ext>
            </a:extLst>
          </p:cNvPr>
          <p:cNvSpPr/>
          <p:nvPr/>
        </p:nvSpPr>
        <p:spPr>
          <a:xfrm>
            <a:off x="576143" y="3397448"/>
            <a:ext cx="2250877" cy="1007388"/>
          </a:xfrm>
          <a:prstGeom prst="roundRect">
            <a:avLst>
              <a:gd name="adj" fmla="val 4395"/>
            </a:avLst>
          </a:prstGeom>
          <a:solidFill>
            <a:srgbClr val="FFFFFF"/>
          </a:solidFill>
          <a:ln w="15240">
            <a:solidFill>
              <a:srgbClr val="C0C1D7"/>
            </a:solidFill>
            <a:prstDash val="solid"/>
          </a:ln>
        </p:spPr>
        <p:txBody>
          <a:bodyPr/>
          <a:lstStyle/>
          <a:p>
            <a:endParaRPr lang="en-IN"/>
          </a:p>
        </p:txBody>
      </p:sp>
      <p:sp>
        <p:nvSpPr>
          <p:cNvPr id="17" name="Shape 15">
            <a:extLst>
              <a:ext uri="{FF2B5EF4-FFF2-40B4-BE49-F238E27FC236}">
                <a16:creationId xmlns:a16="http://schemas.microsoft.com/office/drawing/2014/main" id="{C2CF88E5-7E43-29F8-C5BE-C2E3E49ACF7A}"/>
              </a:ext>
            </a:extLst>
          </p:cNvPr>
          <p:cNvSpPr/>
          <p:nvPr/>
        </p:nvSpPr>
        <p:spPr>
          <a:xfrm>
            <a:off x="591383" y="3412688"/>
            <a:ext cx="428030" cy="992148"/>
          </a:xfrm>
          <a:prstGeom prst="roundRect">
            <a:avLst>
              <a:gd name="adj" fmla="val 6228"/>
            </a:avLst>
          </a:prstGeom>
          <a:solidFill>
            <a:srgbClr val="DADBF1"/>
          </a:solidFill>
          <a:ln/>
        </p:spPr>
        <p:txBody>
          <a:bodyPr/>
          <a:lstStyle/>
          <a:p>
            <a:endParaRPr lang="en-IN"/>
          </a:p>
        </p:txBody>
      </p:sp>
      <p:sp>
        <p:nvSpPr>
          <p:cNvPr id="18" name="Text 16">
            <a:extLst>
              <a:ext uri="{FF2B5EF4-FFF2-40B4-BE49-F238E27FC236}">
                <a16:creationId xmlns:a16="http://schemas.microsoft.com/office/drawing/2014/main" id="{C67B55AB-D4BB-19B8-6BE6-53A39DC0D832}"/>
              </a:ext>
            </a:extLst>
          </p:cNvPr>
          <p:cNvSpPr/>
          <p:nvPr/>
        </p:nvSpPr>
        <p:spPr>
          <a:xfrm>
            <a:off x="721281" y="3808452"/>
            <a:ext cx="160496" cy="200620"/>
          </a:xfrm>
          <a:prstGeom prst="rect">
            <a:avLst/>
          </a:prstGeom>
          <a:noFill/>
          <a:ln/>
        </p:spPr>
        <p:txBody>
          <a:bodyPr wrap="none" lIns="0" tIns="0" rIns="0" bIns="0" rtlCol="0" anchor="t"/>
          <a:lstStyle/>
          <a:p>
            <a:pPr marL="0" indent="0" algn="l">
              <a:lnSpc>
                <a:spcPts val="1250"/>
              </a:lnSpc>
              <a:buNone/>
            </a:pPr>
            <a:r>
              <a:rPr lang="en-US" sz="1250" b="1" dirty="0">
                <a:solidFill>
                  <a:srgbClr val="272525"/>
                </a:solidFill>
                <a:latin typeface="Inter Bold" pitchFamily="34" charset="0"/>
                <a:ea typeface="Inter Bold" pitchFamily="34" charset="-122"/>
                <a:cs typeface="Inter Bold" pitchFamily="34" charset="-120"/>
              </a:rPr>
              <a:t>3</a:t>
            </a:r>
            <a:endParaRPr lang="en-US" sz="1250" dirty="0"/>
          </a:p>
        </p:txBody>
      </p:sp>
      <p:sp>
        <p:nvSpPr>
          <p:cNvPr id="19" name="Shape 17">
            <a:extLst>
              <a:ext uri="{FF2B5EF4-FFF2-40B4-BE49-F238E27FC236}">
                <a16:creationId xmlns:a16="http://schemas.microsoft.com/office/drawing/2014/main" id="{55E97D4F-7152-698D-528F-BDA59EB39D11}"/>
              </a:ext>
            </a:extLst>
          </p:cNvPr>
          <p:cNvSpPr/>
          <p:nvPr/>
        </p:nvSpPr>
        <p:spPr>
          <a:xfrm>
            <a:off x="1069896" y="3519607"/>
            <a:ext cx="439103" cy="164783"/>
          </a:xfrm>
          <a:prstGeom prst="roundRect">
            <a:avLst>
              <a:gd name="adj" fmla="val 21820"/>
            </a:avLst>
          </a:prstGeom>
          <a:solidFill>
            <a:srgbClr val="DADBF1"/>
          </a:solidFill>
          <a:ln/>
        </p:spPr>
        <p:txBody>
          <a:bodyPr/>
          <a:lstStyle/>
          <a:p>
            <a:endParaRPr lang="en-IN"/>
          </a:p>
        </p:txBody>
      </p:sp>
      <p:sp>
        <p:nvSpPr>
          <p:cNvPr id="20" name="Text 18">
            <a:extLst>
              <a:ext uri="{FF2B5EF4-FFF2-40B4-BE49-F238E27FC236}">
                <a16:creationId xmlns:a16="http://schemas.microsoft.com/office/drawing/2014/main" id="{12859879-9B1E-5199-A29E-10A09B34EDCD}"/>
              </a:ext>
            </a:extLst>
          </p:cNvPr>
          <p:cNvSpPr/>
          <p:nvPr/>
        </p:nvSpPr>
        <p:spPr>
          <a:xfrm>
            <a:off x="1134070" y="3551634"/>
            <a:ext cx="310753" cy="100727"/>
          </a:xfrm>
          <a:prstGeom prst="rect">
            <a:avLst/>
          </a:prstGeom>
          <a:noFill/>
          <a:ln/>
        </p:spPr>
        <p:txBody>
          <a:bodyPr wrap="none" lIns="0" tIns="0" rIns="0" bIns="0" rtlCol="0" anchor="t"/>
          <a:lstStyle/>
          <a:p>
            <a:pPr marL="0" indent="0" algn="l">
              <a:lnSpc>
                <a:spcPts val="750"/>
              </a:lnSpc>
              <a:buNone/>
            </a:pPr>
            <a:r>
              <a:rPr lang="en-US" sz="650" dirty="0">
                <a:solidFill>
                  <a:srgbClr val="272525"/>
                </a:solidFill>
                <a:latin typeface="Inter" pitchFamily="34" charset="0"/>
                <a:ea typeface="Inter" pitchFamily="34" charset="-122"/>
                <a:cs typeface="Inter" pitchFamily="34" charset="-120"/>
              </a:rPr>
              <a:t>AI &amp; ML</a:t>
            </a:r>
            <a:endParaRPr lang="en-US" sz="650" dirty="0"/>
          </a:p>
        </p:txBody>
      </p:sp>
      <p:sp>
        <p:nvSpPr>
          <p:cNvPr id="21" name="Text 19">
            <a:extLst>
              <a:ext uri="{FF2B5EF4-FFF2-40B4-BE49-F238E27FC236}">
                <a16:creationId xmlns:a16="http://schemas.microsoft.com/office/drawing/2014/main" id="{BC895CF4-A9A2-8842-B316-BB1FCFB0B5F0}"/>
              </a:ext>
            </a:extLst>
          </p:cNvPr>
          <p:cNvSpPr/>
          <p:nvPr/>
        </p:nvSpPr>
        <p:spPr>
          <a:xfrm>
            <a:off x="1069896" y="3741182"/>
            <a:ext cx="7366516" cy="556736"/>
          </a:xfrm>
          <a:prstGeom prst="rect">
            <a:avLst/>
          </a:prstGeom>
          <a:noFill/>
          <a:ln/>
        </p:spPr>
        <p:txBody>
          <a:bodyPr wrap="square" lIns="0" tIns="0" rIns="0" bIns="0" rtlCol="0" anchor="t"/>
          <a:lstStyle/>
          <a:p>
            <a:pPr marL="342900" indent="-342900" algn="l">
              <a:lnSpc>
                <a:spcPts val="950"/>
              </a:lnSpc>
              <a:buSzPct val="100000"/>
              <a:buChar char="•"/>
            </a:pPr>
            <a:r>
              <a:rPr lang="en-US" sz="800" dirty="0">
                <a:solidFill>
                  <a:srgbClr val="272525"/>
                </a:solidFill>
                <a:latin typeface="Inter" pitchFamily="34" charset="0"/>
                <a:ea typeface="Inter" pitchFamily="34" charset="-122"/>
                <a:cs typeface="Inter" pitchFamily="34" charset="-120"/>
              </a:rPr>
              <a:t>LLM</a:t>
            </a:r>
            <a:endParaRPr lang="en-US" sz="800" dirty="0"/>
          </a:p>
          <a:p>
            <a:pPr marL="342900" indent="-342900" algn="l">
              <a:lnSpc>
                <a:spcPts val="950"/>
              </a:lnSpc>
              <a:buSzPct val="100000"/>
              <a:buChar char="•"/>
            </a:pPr>
            <a:r>
              <a:rPr lang="en-US" sz="800" dirty="0">
                <a:solidFill>
                  <a:srgbClr val="272525"/>
                </a:solidFill>
                <a:latin typeface="Inter" pitchFamily="34" charset="0"/>
                <a:ea typeface="Inter" pitchFamily="34" charset="-122"/>
                <a:cs typeface="Inter" pitchFamily="34" charset="-120"/>
              </a:rPr>
              <a:t>NLP</a:t>
            </a:r>
            <a:endParaRPr lang="en-US" sz="800" dirty="0"/>
          </a:p>
          <a:p>
            <a:pPr marL="342900" indent="-342900" algn="l">
              <a:lnSpc>
                <a:spcPts val="950"/>
              </a:lnSpc>
              <a:buSzPct val="100000"/>
              <a:buChar char="•"/>
            </a:pPr>
            <a:r>
              <a:rPr lang="en-US" sz="800" dirty="0">
                <a:solidFill>
                  <a:srgbClr val="272525"/>
                </a:solidFill>
                <a:latin typeface="Inter" pitchFamily="34" charset="0"/>
                <a:ea typeface="Inter" pitchFamily="34" charset="-122"/>
                <a:cs typeface="Inter" pitchFamily="34" charset="-120"/>
              </a:rPr>
              <a:t>Hugging Face</a:t>
            </a:r>
            <a:endParaRPr lang="en-US" sz="800" dirty="0"/>
          </a:p>
        </p:txBody>
      </p:sp>
      <p:sp>
        <p:nvSpPr>
          <p:cNvPr id="22" name="Shape 20">
            <a:extLst>
              <a:ext uri="{FF2B5EF4-FFF2-40B4-BE49-F238E27FC236}">
                <a16:creationId xmlns:a16="http://schemas.microsoft.com/office/drawing/2014/main" id="{4452548B-E66B-E5AB-D0D1-CD1DE5F276B2}"/>
              </a:ext>
            </a:extLst>
          </p:cNvPr>
          <p:cNvSpPr/>
          <p:nvPr/>
        </p:nvSpPr>
        <p:spPr>
          <a:xfrm>
            <a:off x="2980390" y="1523167"/>
            <a:ext cx="2250877" cy="879038"/>
          </a:xfrm>
          <a:prstGeom prst="roundRect">
            <a:avLst>
              <a:gd name="adj" fmla="val 5113"/>
            </a:avLst>
          </a:prstGeom>
          <a:solidFill>
            <a:srgbClr val="FFFFFF"/>
          </a:solidFill>
          <a:ln w="15240">
            <a:solidFill>
              <a:srgbClr val="C0C1D7"/>
            </a:solidFill>
            <a:prstDash val="solid"/>
          </a:ln>
        </p:spPr>
        <p:txBody>
          <a:bodyPr/>
          <a:lstStyle/>
          <a:p>
            <a:endParaRPr lang="en-IN" dirty="0"/>
          </a:p>
        </p:txBody>
      </p:sp>
      <p:sp>
        <p:nvSpPr>
          <p:cNvPr id="23" name="Shape 21">
            <a:extLst>
              <a:ext uri="{FF2B5EF4-FFF2-40B4-BE49-F238E27FC236}">
                <a16:creationId xmlns:a16="http://schemas.microsoft.com/office/drawing/2014/main" id="{082E0C54-A884-BDA7-5EDF-C4F746DA9963}"/>
              </a:ext>
            </a:extLst>
          </p:cNvPr>
          <p:cNvSpPr/>
          <p:nvPr/>
        </p:nvSpPr>
        <p:spPr>
          <a:xfrm>
            <a:off x="2995630" y="1538407"/>
            <a:ext cx="428030" cy="848558"/>
          </a:xfrm>
          <a:prstGeom prst="roundRect">
            <a:avLst>
              <a:gd name="adj" fmla="val 6228"/>
            </a:avLst>
          </a:prstGeom>
          <a:solidFill>
            <a:srgbClr val="DADBF1"/>
          </a:solidFill>
          <a:ln/>
        </p:spPr>
        <p:txBody>
          <a:bodyPr/>
          <a:lstStyle/>
          <a:p>
            <a:endParaRPr lang="en-IN"/>
          </a:p>
        </p:txBody>
      </p:sp>
      <p:sp>
        <p:nvSpPr>
          <p:cNvPr id="24" name="Text 22">
            <a:extLst>
              <a:ext uri="{FF2B5EF4-FFF2-40B4-BE49-F238E27FC236}">
                <a16:creationId xmlns:a16="http://schemas.microsoft.com/office/drawing/2014/main" id="{DA208608-BC31-1D09-E86D-B3CE7AFC63A8}"/>
              </a:ext>
            </a:extLst>
          </p:cNvPr>
          <p:cNvSpPr/>
          <p:nvPr/>
        </p:nvSpPr>
        <p:spPr>
          <a:xfrm>
            <a:off x="3125528" y="1862376"/>
            <a:ext cx="160496" cy="200620"/>
          </a:xfrm>
          <a:prstGeom prst="rect">
            <a:avLst/>
          </a:prstGeom>
          <a:noFill/>
          <a:ln/>
        </p:spPr>
        <p:txBody>
          <a:bodyPr wrap="none" lIns="0" tIns="0" rIns="0" bIns="0" rtlCol="0" anchor="t"/>
          <a:lstStyle/>
          <a:p>
            <a:pPr marL="0" indent="0" algn="l">
              <a:lnSpc>
                <a:spcPts val="1250"/>
              </a:lnSpc>
              <a:buNone/>
            </a:pPr>
            <a:r>
              <a:rPr lang="en-US" sz="1250" b="1" dirty="0">
                <a:solidFill>
                  <a:srgbClr val="272525"/>
                </a:solidFill>
                <a:latin typeface="Inter Bold" pitchFamily="34" charset="0"/>
                <a:ea typeface="Inter Bold" pitchFamily="34" charset="-122"/>
                <a:cs typeface="Inter Bold" pitchFamily="34" charset="-120"/>
              </a:rPr>
              <a:t>4</a:t>
            </a:r>
            <a:endParaRPr lang="en-US" sz="1250" dirty="0"/>
          </a:p>
        </p:txBody>
      </p:sp>
      <p:sp>
        <p:nvSpPr>
          <p:cNvPr id="25" name="Shape 23">
            <a:extLst>
              <a:ext uri="{FF2B5EF4-FFF2-40B4-BE49-F238E27FC236}">
                <a16:creationId xmlns:a16="http://schemas.microsoft.com/office/drawing/2014/main" id="{AA68D51F-D00E-8FD7-8E9E-1DD4F255950B}"/>
              </a:ext>
            </a:extLst>
          </p:cNvPr>
          <p:cNvSpPr/>
          <p:nvPr/>
        </p:nvSpPr>
        <p:spPr>
          <a:xfrm>
            <a:off x="3474143" y="1645325"/>
            <a:ext cx="847606" cy="164783"/>
          </a:xfrm>
          <a:prstGeom prst="roundRect">
            <a:avLst>
              <a:gd name="adj" fmla="val 21820"/>
            </a:avLst>
          </a:prstGeom>
          <a:solidFill>
            <a:srgbClr val="DADBF1"/>
          </a:solidFill>
          <a:ln/>
        </p:spPr>
        <p:txBody>
          <a:bodyPr/>
          <a:lstStyle/>
          <a:p>
            <a:endParaRPr lang="en-IN"/>
          </a:p>
        </p:txBody>
      </p:sp>
      <p:sp>
        <p:nvSpPr>
          <p:cNvPr id="26" name="Text 24">
            <a:extLst>
              <a:ext uri="{FF2B5EF4-FFF2-40B4-BE49-F238E27FC236}">
                <a16:creationId xmlns:a16="http://schemas.microsoft.com/office/drawing/2014/main" id="{405BC2BC-3902-B81F-03DA-2F5B62946DCA}"/>
              </a:ext>
            </a:extLst>
          </p:cNvPr>
          <p:cNvSpPr/>
          <p:nvPr/>
        </p:nvSpPr>
        <p:spPr>
          <a:xfrm>
            <a:off x="3538317" y="1677353"/>
            <a:ext cx="719257" cy="100727"/>
          </a:xfrm>
          <a:prstGeom prst="rect">
            <a:avLst/>
          </a:prstGeom>
          <a:noFill/>
          <a:ln/>
        </p:spPr>
        <p:txBody>
          <a:bodyPr wrap="none" lIns="0" tIns="0" rIns="0" bIns="0" rtlCol="0" anchor="t"/>
          <a:lstStyle/>
          <a:p>
            <a:pPr marL="0" indent="0" algn="l">
              <a:lnSpc>
                <a:spcPts val="750"/>
              </a:lnSpc>
              <a:buNone/>
            </a:pPr>
            <a:r>
              <a:rPr lang="en-US" sz="650" dirty="0">
                <a:solidFill>
                  <a:srgbClr val="272525"/>
                </a:solidFill>
                <a:latin typeface="Inter" pitchFamily="34" charset="0"/>
                <a:ea typeface="Inter" pitchFamily="34" charset="-122"/>
                <a:cs typeface="Inter" pitchFamily="34" charset="-120"/>
              </a:rPr>
              <a:t>DATA &amp; STORAGE</a:t>
            </a:r>
            <a:endParaRPr lang="en-US" sz="650" dirty="0"/>
          </a:p>
        </p:txBody>
      </p:sp>
      <p:sp>
        <p:nvSpPr>
          <p:cNvPr id="27" name="Text 25">
            <a:extLst>
              <a:ext uri="{FF2B5EF4-FFF2-40B4-BE49-F238E27FC236}">
                <a16:creationId xmlns:a16="http://schemas.microsoft.com/office/drawing/2014/main" id="{E148D32E-F36C-6052-1BF8-65B01F2894DD}"/>
              </a:ext>
            </a:extLst>
          </p:cNvPr>
          <p:cNvSpPr/>
          <p:nvPr/>
        </p:nvSpPr>
        <p:spPr>
          <a:xfrm>
            <a:off x="3474143" y="1866900"/>
            <a:ext cx="7366516" cy="413147"/>
          </a:xfrm>
          <a:prstGeom prst="rect">
            <a:avLst/>
          </a:prstGeom>
          <a:noFill/>
          <a:ln/>
        </p:spPr>
        <p:txBody>
          <a:bodyPr wrap="square" lIns="0" tIns="0" rIns="0" bIns="0" rtlCol="0" anchor="t"/>
          <a:lstStyle/>
          <a:p>
            <a:pPr marL="342900" indent="-342900" algn="l">
              <a:lnSpc>
                <a:spcPts val="950"/>
              </a:lnSpc>
              <a:buSzPct val="100000"/>
              <a:buChar char="•"/>
            </a:pPr>
            <a:r>
              <a:rPr lang="en-US" sz="800" dirty="0">
                <a:solidFill>
                  <a:srgbClr val="272525"/>
                </a:solidFill>
                <a:latin typeface="Inter" pitchFamily="34" charset="0"/>
                <a:ea typeface="Inter" pitchFamily="34" charset="-122"/>
                <a:cs typeface="Inter" pitchFamily="34" charset="-120"/>
              </a:rPr>
              <a:t>Firebase/Firestore</a:t>
            </a:r>
            <a:endParaRPr lang="en-US" sz="800" dirty="0"/>
          </a:p>
          <a:p>
            <a:pPr marL="342900" indent="-342900" algn="l">
              <a:lnSpc>
                <a:spcPts val="950"/>
              </a:lnSpc>
              <a:buSzPct val="100000"/>
              <a:buChar char="•"/>
            </a:pPr>
            <a:r>
              <a:rPr lang="en-US" sz="800" dirty="0">
                <a:solidFill>
                  <a:srgbClr val="272525"/>
                </a:solidFill>
                <a:latin typeface="Inter" pitchFamily="34" charset="0"/>
                <a:ea typeface="Inter" pitchFamily="34" charset="-122"/>
                <a:cs typeface="Inter" pitchFamily="34" charset="-120"/>
              </a:rPr>
              <a:t>Cloud Storage</a:t>
            </a:r>
            <a:endParaRPr lang="en-US" sz="800" dirty="0"/>
          </a:p>
        </p:txBody>
      </p:sp>
      <p:sp>
        <p:nvSpPr>
          <p:cNvPr id="28" name="Shape 26">
            <a:extLst>
              <a:ext uri="{FF2B5EF4-FFF2-40B4-BE49-F238E27FC236}">
                <a16:creationId xmlns:a16="http://schemas.microsoft.com/office/drawing/2014/main" id="{A2D4E90D-8EE2-372D-B438-A6EEBF7B65DB}"/>
              </a:ext>
            </a:extLst>
          </p:cNvPr>
          <p:cNvSpPr/>
          <p:nvPr/>
        </p:nvSpPr>
        <p:spPr>
          <a:xfrm>
            <a:off x="2980390" y="2452688"/>
            <a:ext cx="2250877" cy="1022628"/>
          </a:xfrm>
          <a:prstGeom prst="roundRect">
            <a:avLst>
              <a:gd name="adj" fmla="val 4395"/>
            </a:avLst>
          </a:prstGeom>
          <a:solidFill>
            <a:srgbClr val="FFFFFF"/>
          </a:solidFill>
          <a:ln w="15240">
            <a:solidFill>
              <a:srgbClr val="C0C1D7"/>
            </a:solidFill>
            <a:prstDash val="solid"/>
          </a:ln>
        </p:spPr>
        <p:txBody>
          <a:bodyPr/>
          <a:lstStyle/>
          <a:p>
            <a:endParaRPr lang="en-IN"/>
          </a:p>
        </p:txBody>
      </p:sp>
      <p:sp>
        <p:nvSpPr>
          <p:cNvPr id="29" name="Shape 27">
            <a:extLst>
              <a:ext uri="{FF2B5EF4-FFF2-40B4-BE49-F238E27FC236}">
                <a16:creationId xmlns:a16="http://schemas.microsoft.com/office/drawing/2014/main" id="{F5DCDF77-1A84-A006-2D99-7901D6296246}"/>
              </a:ext>
            </a:extLst>
          </p:cNvPr>
          <p:cNvSpPr/>
          <p:nvPr/>
        </p:nvSpPr>
        <p:spPr>
          <a:xfrm>
            <a:off x="2995630" y="2467928"/>
            <a:ext cx="428030" cy="992148"/>
          </a:xfrm>
          <a:prstGeom prst="roundRect">
            <a:avLst>
              <a:gd name="adj" fmla="val 6228"/>
            </a:avLst>
          </a:prstGeom>
          <a:solidFill>
            <a:srgbClr val="DADBF1"/>
          </a:solidFill>
          <a:ln/>
        </p:spPr>
        <p:txBody>
          <a:bodyPr/>
          <a:lstStyle/>
          <a:p>
            <a:endParaRPr lang="en-IN"/>
          </a:p>
        </p:txBody>
      </p:sp>
      <p:sp>
        <p:nvSpPr>
          <p:cNvPr id="30" name="Text 28">
            <a:extLst>
              <a:ext uri="{FF2B5EF4-FFF2-40B4-BE49-F238E27FC236}">
                <a16:creationId xmlns:a16="http://schemas.microsoft.com/office/drawing/2014/main" id="{4282B941-92C6-3DA4-41A7-2518CBC17234}"/>
              </a:ext>
            </a:extLst>
          </p:cNvPr>
          <p:cNvSpPr/>
          <p:nvPr/>
        </p:nvSpPr>
        <p:spPr>
          <a:xfrm>
            <a:off x="3125528" y="2863691"/>
            <a:ext cx="160496" cy="200620"/>
          </a:xfrm>
          <a:prstGeom prst="rect">
            <a:avLst/>
          </a:prstGeom>
          <a:noFill/>
          <a:ln/>
        </p:spPr>
        <p:txBody>
          <a:bodyPr wrap="none" lIns="0" tIns="0" rIns="0" bIns="0" rtlCol="0" anchor="t"/>
          <a:lstStyle/>
          <a:p>
            <a:pPr marL="0" indent="0" algn="l">
              <a:lnSpc>
                <a:spcPts val="1250"/>
              </a:lnSpc>
              <a:buNone/>
            </a:pPr>
            <a:r>
              <a:rPr lang="en-US" sz="1250" b="1" dirty="0">
                <a:solidFill>
                  <a:srgbClr val="272525"/>
                </a:solidFill>
                <a:latin typeface="Inter Bold" pitchFamily="34" charset="0"/>
                <a:ea typeface="Inter Bold" pitchFamily="34" charset="-122"/>
                <a:cs typeface="Inter Bold" pitchFamily="34" charset="-120"/>
              </a:rPr>
              <a:t>5</a:t>
            </a:r>
            <a:endParaRPr lang="en-US" sz="1250" dirty="0"/>
          </a:p>
        </p:txBody>
      </p:sp>
      <p:sp>
        <p:nvSpPr>
          <p:cNvPr id="31" name="Shape 29">
            <a:extLst>
              <a:ext uri="{FF2B5EF4-FFF2-40B4-BE49-F238E27FC236}">
                <a16:creationId xmlns:a16="http://schemas.microsoft.com/office/drawing/2014/main" id="{D37D6B6B-1D67-3E5A-09E3-32C632903F2C}"/>
              </a:ext>
            </a:extLst>
          </p:cNvPr>
          <p:cNvSpPr/>
          <p:nvPr/>
        </p:nvSpPr>
        <p:spPr>
          <a:xfrm>
            <a:off x="3474143" y="2574846"/>
            <a:ext cx="896064" cy="164783"/>
          </a:xfrm>
          <a:prstGeom prst="roundRect">
            <a:avLst>
              <a:gd name="adj" fmla="val 21820"/>
            </a:avLst>
          </a:prstGeom>
          <a:solidFill>
            <a:srgbClr val="DADBF1"/>
          </a:solidFill>
          <a:ln/>
        </p:spPr>
        <p:txBody>
          <a:bodyPr/>
          <a:lstStyle/>
          <a:p>
            <a:endParaRPr lang="en-IN"/>
          </a:p>
        </p:txBody>
      </p:sp>
      <p:sp>
        <p:nvSpPr>
          <p:cNvPr id="32" name="Text 30">
            <a:extLst>
              <a:ext uri="{FF2B5EF4-FFF2-40B4-BE49-F238E27FC236}">
                <a16:creationId xmlns:a16="http://schemas.microsoft.com/office/drawing/2014/main" id="{D0E1D9F7-1DD5-6B01-9625-143074A5D71F}"/>
              </a:ext>
            </a:extLst>
          </p:cNvPr>
          <p:cNvSpPr/>
          <p:nvPr/>
        </p:nvSpPr>
        <p:spPr>
          <a:xfrm>
            <a:off x="3538317" y="2606874"/>
            <a:ext cx="767715" cy="100727"/>
          </a:xfrm>
          <a:prstGeom prst="rect">
            <a:avLst/>
          </a:prstGeom>
          <a:noFill/>
          <a:ln/>
        </p:spPr>
        <p:txBody>
          <a:bodyPr wrap="none" lIns="0" tIns="0" rIns="0" bIns="0" rtlCol="0" anchor="t"/>
          <a:lstStyle/>
          <a:p>
            <a:pPr marL="0" indent="0" algn="l">
              <a:lnSpc>
                <a:spcPts val="750"/>
              </a:lnSpc>
              <a:buNone/>
            </a:pPr>
            <a:r>
              <a:rPr lang="en-US" sz="650" dirty="0">
                <a:solidFill>
                  <a:srgbClr val="272525"/>
                </a:solidFill>
                <a:latin typeface="Inter" pitchFamily="34" charset="0"/>
                <a:ea typeface="Inter" pitchFamily="34" charset="-122"/>
                <a:cs typeface="Inter" pitchFamily="34" charset="-120"/>
              </a:rPr>
              <a:t>INFRASTRUCTURE</a:t>
            </a:r>
            <a:endParaRPr lang="en-US" sz="650" dirty="0"/>
          </a:p>
        </p:txBody>
      </p:sp>
      <p:sp>
        <p:nvSpPr>
          <p:cNvPr id="33" name="Text 31">
            <a:extLst>
              <a:ext uri="{FF2B5EF4-FFF2-40B4-BE49-F238E27FC236}">
                <a16:creationId xmlns:a16="http://schemas.microsoft.com/office/drawing/2014/main" id="{76730FEE-1DAE-163B-F4FD-B48B4C9DD189}"/>
              </a:ext>
            </a:extLst>
          </p:cNvPr>
          <p:cNvSpPr/>
          <p:nvPr/>
        </p:nvSpPr>
        <p:spPr>
          <a:xfrm>
            <a:off x="3474143" y="2796421"/>
            <a:ext cx="7366516" cy="556736"/>
          </a:xfrm>
          <a:prstGeom prst="rect">
            <a:avLst/>
          </a:prstGeom>
          <a:noFill/>
          <a:ln/>
        </p:spPr>
        <p:txBody>
          <a:bodyPr wrap="square" lIns="0" tIns="0" rIns="0" bIns="0" rtlCol="0" anchor="t"/>
          <a:lstStyle/>
          <a:p>
            <a:pPr algn="l">
              <a:lnSpc>
                <a:spcPts val="950"/>
              </a:lnSpc>
              <a:buSzPct val="100000"/>
            </a:pPr>
            <a:endParaRPr lang="en-US" sz="800" dirty="0"/>
          </a:p>
          <a:p>
            <a:pPr marL="342900" indent="-342900" algn="l">
              <a:lnSpc>
                <a:spcPts val="950"/>
              </a:lnSpc>
              <a:buSzPct val="100000"/>
              <a:buChar char="•"/>
            </a:pPr>
            <a:r>
              <a:rPr lang="en-US" sz="800" dirty="0">
                <a:solidFill>
                  <a:srgbClr val="272525"/>
                </a:solidFill>
                <a:latin typeface="Inter" pitchFamily="34" charset="0"/>
                <a:ea typeface="Inter" pitchFamily="34" charset="-122"/>
                <a:cs typeface="Inter" pitchFamily="34" charset="-120"/>
              </a:rPr>
              <a:t>Docker</a:t>
            </a:r>
            <a:endParaRPr lang="en-US" sz="800" dirty="0"/>
          </a:p>
          <a:p>
            <a:pPr marL="342900" indent="-342900" algn="l">
              <a:lnSpc>
                <a:spcPts val="950"/>
              </a:lnSpc>
              <a:buSzPct val="100000"/>
              <a:buChar char="•"/>
            </a:pPr>
            <a:r>
              <a:rPr lang="en-US" sz="800" dirty="0">
                <a:solidFill>
                  <a:srgbClr val="272525"/>
                </a:solidFill>
                <a:latin typeface="Inter" pitchFamily="34" charset="0"/>
                <a:cs typeface="Inter" pitchFamily="34" charset="-120"/>
              </a:rPr>
              <a:t>Firebase Hosting</a:t>
            </a:r>
          </a:p>
          <a:p>
            <a:pPr marL="342900" indent="-342900" algn="l">
              <a:lnSpc>
                <a:spcPts val="950"/>
              </a:lnSpc>
              <a:buSzPct val="100000"/>
              <a:buChar char="•"/>
            </a:pPr>
            <a:r>
              <a:rPr lang="en-US" sz="800" dirty="0" err="1">
                <a:solidFill>
                  <a:srgbClr val="272525"/>
                </a:solidFill>
                <a:latin typeface="Inter" pitchFamily="34" charset="0"/>
                <a:cs typeface="Inter" pitchFamily="34" charset="-120"/>
              </a:rPr>
              <a:t>Netify</a:t>
            </a:r>
            <a:endParaRPr lang="en-US" sz="800" dirty="0"/>
          </a:p>
        </p:txBody>
      </p:sp>
      <p:sp>
        <p:nvSpPr>
          <p:cNvPr id="34" name="Shape 32">
            <a:extLst>
              <a:ext uri="{FF2B5EF4-FFF2-40B4-BE49-F238E27FC236}">
                <a16:creationId xmlns:a16="http://schemas.microsoft.com/office/drawing/2014/main" id="{B1D5FABD-F305-F086-745A-06228F9ACEF6}"/>
              </a:ext>
            </a:extLst>
          </p:cNvPr>
          <p:cNvSpPr/>
          <p:nvPr/>
        </p:nvSpPr>
        <p:spPr>
          <a:xfrm>
            <a:off x="2980390" y="3525798"/>
            <a:ext cx="2250877" cy="879038"/>
          </a:xfrm>
          <a:prstGeom prst="roundRect">
            <a:avLst>
              <a:gd name="adj" fmla="val 5113"/>
            </a:avLst>
          </a:prstGeom>
          <a:solidFill>
            <a:srgbClr val="FFFFFF"/>
          </a:solidFill>
          <a:ln w="15240">
            <a:solidFill>
              <a:srgbClr val="C0C1D7"/>
            </a:solidFill>
            <a:prstDash val="solid"/>
          </a:ln>
        </p:spPr>
        <p:txBody>
          <a:bodyPr/>
          <a:lstStyle/>
          <a:p>
            <a:endParaRPr lang="en-IN"/>
          </a:p>
        </p:txBody>
      </p:sp>
      <p:sp>
        <p:nvSpPr>
          <p:cNvPr id="35" name="Shape 33">
            <a:extLst>
              <a:ext uri="{FF2B5EF4-FFF2-40B4-BE49-F238E27FC236}">
                <a16:creationId xmlns:a16="http://schemas.microsoft.com/office/drawing/2014/main" id="{27341EF3-7282-E787-51F8-F6400CC26B24}"/>
              </a:ext>
            </a:extLst>
          </p:cNvPr>
          <p:cNvSpPr/>
          <p:nvPr/>
        </p:nvSpPr>
        <p:spPr>
          <a:xfrm>
            <a:off x="2995630" y="3541038"/>
            <a:ext cx="428030" cy="848558"/>
          </a:xfrm>
          <a:prstGeom prst="roundRect">
            <a:avLst>
              <a:gd name="adj" fmla="val 6228"/>
            </a:avLst>
          </a:prstGeom>
          <a:solidFill>
            <a:srgbClr val="DADBF1"/>
          </a:solidFill>
          <a:ln/>
        </p:spPr>
        <p:txBody>
          <a:bodyPr/>
          <a:lstStyle/>
          <a:p>
            <a:endParaRPr lang="en-IN"/>
          </a:p>
        </p:txBody>
      </p:sp>
      <p:sp>
        <p:nvSpPr>
          <p:cNvPr id="36" name="Text 34">
            <a:extLst>
              <a:ext uri="{FF2B5EF4-FFF2-40B4-BE49-F238E27FC236}">
                <a16:creationId xmlns:a16="http://schemas.microsoft.com/office/drawing/2014/main" id="{2F5C03D3-84CA-8F34-CD3B-88391C819ED2}"/>
              </a:ext>
            </a:extLst>
          </p:cNvPr>
          <p:cNvSpPr/>
          <p:nvPr/>
        </p:nvSpPr>
        <p:spPr>
          <a:xfrm>
            <a:off x="3125528" y="3865007"/>
            <a:ext cx="160496" cy="200620"/>
          </a:xfrm>
          <a:prstGeom prst="rect">
            <a:avLst/>
          </a:prstGeom>
          <a:noFill/>
          <a:ln/>
        </p:spPr>
        <p:txBody>
          <a:bodyPr wrap="none" lIns="0" tIns="0" rIns="0" bIns="0" rtlCol="0" anchor="t"/>
          <a:lstStyle/>
          <a:p>
            <a:pPr marL="0" indent="0" algn="l">
              <a:lnSpc>
                <a:spcPts val="1250"/>
              </a:lnSpc>
              <a:buNone/>
            </a:pPr>
            <a:r>
              <a:rPr lang="en-US" sz="1250" b="1" dirty="0">
                <a:solidFill>
                  <a:srgbClr val="272525"/>
                </a:solidFill>
                <a:latin typeface="Inter Bold" pitchFamily="34" charset="0"/>
                <a:ea typeface="Inter Bold" pitchFamily="34" charset="-122"/>
                <a:cs typeface="Inter Bold" pitchFamily="34" charset="-120"/>
              </a:rPr>
              <a:t>6</a:t>
            </a:r>
            <a:endParaRPr lang="en-US" sz="1250" dirty="0"/>
          </a:p>
        </p:txBody>
      </p:sp>
      <p:sp>
        <p:nvSpPr>
          <p:cNvPr id="37" name="Shape 35">
            <a:extLst>
              <a:ext uri="{FF2B5EF4-FFF2-40B4-BE49-F238E27FC236}">
                <a16:creationId xmlns:a16="http://schemas.microsoft.com/office/drawing/2014/main" id="{9E177823-59C0-F201-EF1D-E730D708A0BD}"/>
              </a:ext>
            </a:extLst>
          </p:cNvPr>
          <p:cNvSpPr/>
          <p:nvPr/>
        </p:nvSpPr>
        <p:spPr>
          <a:xfrm>
            <a:off x="3474143" y="3647956"/>
            <a:ext cx="959525" cy="164783"/>
          </a:xfrm>
          <a:prstGeom prst="roundRect">
            <a:avLst>
              <a:gd name="adj" fmla="val 21820"/>
            </a:avLst>
          </a:prstGeom>
          <a:solidFill>
            <a:srgbClr val="DADBF1"/>
          </a:solidFill>
          <a:ln/>
        </p:spPr>
        <p:txBody>
          <a:bodyPr/>
          <a:lstStyle/>
          <a:p>
            <a:endParaRPr lang="en-IN"/>
          </a:p>
        </p:txBody>
      </p:sp>
      <p:sp>
        <p:nvSpPr>
          <p:cNvPr id="38" name="Text 36">
            <a:extLst>
              <a:ext uri="{FF2B5EF4-FFF2-40B4-BE49-F238E27FC236}">
                <a16:creationId xmlns:a16="http://schemas.microsoft.com/office/drawing/2014/main" id="{4C007DCD-90D6-95AE-4A00-F0CA02199A3B}"/>
              </a:ext>
            </a:extLst>
          </p:cNvPr>
          <p:cNvSpPr/>
          <p:nvPr/>
        </p:nvSpPr>
        <p:spPr>
          <a:xfrm>
            <a:off x="3538317" y="3679984"/>
            <a:ext cx="831175" cy="100727"/>
          </a:xfrm>
          <a:prstGeom prst="rect">
            <a:avLst/>
          </a:prstGeom>
          <a:noFill/>
          <a:ln/>
        </p:spPr>
        <p:txBody>
          <a:bodyPr wrap="none" lIns="0" tIns="0" rIns="0" bIns="0" rtlCol="0" anchor="t"/>
          <a:lstStyle/>
          <a:p>
            <a:pPr marL="0" indent="0" algn="l">
              <a:lnSpc>
                <a:spcPts val="750"/>
              </a:lnSpc>
              <a:buNone/>
            </a:pPr>
            <a:r>
              <a:rPr lang="en-US" sz="650" dirty="0">
                <a:solidFill>
                  <a:srgbClr val="272525"/>
                </a:solidFill>
                <a:latin typeface="Inter" pitchFamily="34" charset="0"/>
                <a:ea typeface="Inter" pitchFamily="34" charset="-122"/>
                <a:cs typeface="Inter" pitchFamily="34" charset="-120"/>
              </a:rPr>
              <a:t>ADDITIONAL TOOLS</a:t>
            </a:r>
            <a:endParaRPr lang="en-US" sz="650" dirty="0"/>
          </a:p>
        </p:txBody>
      </p:sp>
      <p:sp>
        <p:nvSpPr>
          <p:cNvPr id="39" name="Text 37">
            <a:extLst>
              <a:ext uri="{FF2B5EF4-FFF2-40B4-BE49-F238E27FC236}">
                <a16:creationId xmlns:a16="http://schemas.microsoft.com/office/drawing/2014/main" id="{5A244DDD-33CF-6CBB-3055-F378BC5485B2}"/>
              </a:ext>
            </a:extLst>
          </p:cNvPr>
          <p:cNvSpPr/>
          <p:nvPr/>
        </p:nvSpPr>
        <p:spPr>
          <a:xfrm>
            <a:off x="3474143" y="3869531"/>
            <a:ext cx="7366516" cy="413147"/>
          </a:xfrm>
          <a:prstGeom prst="rect">
            <a:avLst/>
          </a:prstGeom>
          <a:noFill/>
          <a:ln/>
        </p:spPr>
        <p:txBody>
          <a:bodyPr wrap="square" lIns="0" tIns="0" rIns="0" bIns="0" rtlCol="0" anchor="t"/>
          <a:lstStyle/>
          <a:p>
            <a:pPr marL="342900" indent="-342900" algn="l">
              <a:lnSpc>
                <a:spcPts val="950"/>
              </a:lnSpc>
              <a:buSzPct val="100000"/>
              <a:buChar char="•"/>
            </a:pPr>
            <a:r>
              <a:rPr lang="en-US" sz="800" dirty="0">
                <a:solidFill>
                  <a:srgbClr val="272525"/>
                </a:solidFill>
                <a:latin typeface="Inter" pitchFamily="34" charset="0"/>
                <a:ea typeface="Inter" pitchFamily="34" charset="-122"/>
                <a:cs typeface="Inter" pitchFamily="34" charset="-120"/>
              </a:rPr>
              <a:t>FCM</a:t>
            </a:r>
            <a:endParaRPr lang="en-US" sz="800" dirty="0"/>
          </a:p>
          <a:p>
            <a:pPr marL="342900" indent="-342900" algn="l">
              <a:lnSpc>
                <a:spcPts val="950"/>
              </a:lnSpc>
              <a:buSzPct val="100000"/>
              <a:buChar char="•"/>
            </a:pPr>
            <a:r>
              <a:rPr lang="en-US" sz="800" dirty="0">
                <a:solidFill>
                  <a:srgbClr val="272525"/>
                </a:solidFill>
                <a:latin typeface="Inter" pitchFamily="34" charset="0"/>
                <a:ea typeface="Inter" pitchFamily="34" charset="-122"/>
                <a:cs typeface="Inter" pitchFamily="34" charset="-120"/>
              </a:rPr>
              <a:t>OCR</a:t>
            </a:r>
            <a:endParaRPr lang="en-US" sz="800" dirty="0"/>
          </a:p>
          <a:p>
            <a:pPr marL="342900" indent="-342900" algn="l">
              <a:lnSpc>
                <a:spcPts val="950"/>
              </a:lnSpc>
              <a:buSzPct val="100000"/>
              <a:buChar char="•"/>
            </a:pPr>
            <a:r>
              <a:rPr lang="en-US" sz="800" dirty="0">
                <a:solidFill>
                  <a:srgbClr val="272525"/>
                </a:solidFill>
                <a:latin typeface="Inter" pitchFamily="34" charset="0"/>
                <a:ea typeface="Inter" pitchFamily="34" charset="-122"/>
                <a:cs typeface="Inter" pitchFamily="34" charset="-120"/>
              </a:rPr>
              <a:t>Web Scraping Tools</a:t>
            </a:r>
          </a:p>
          <a:p>
            <a:pPr marL="342900" indent="-342900" algn="l">
              <a:lnSpc>
                <a:spcPts val="950"/>
              </a:lnSpc>
              <a:buSzPct val="100000"/>
              <a:buChar char="•"/>
            </a:pPr>
            <a:r>
              <a:rPr lang="en-US" sz="800" dirty="0">
                <a:solidFill>
                  <a:srgbClr val="272525"/>
                </a:solidFill>
                <a:latin typeface="Inter" pitchFamily="34" charset="0"/>
                <a:cs typeface="Inter" pitchFamily="34" charset="-120"/>
              </a:rPr>
              <a:t>Git</a:t>
            </a:r>
            <a:endParaRPr lang="en-US" sz="800" dirty="0"/>
          </a:p>
        </p:txBody>
      </p:sp>
      <p:sp>
        <p:nvSpPr>
          <p:cNvPr id="40" name="Text 38">
            <a:extLst>
              <a:ext uri="{FF2B5EF4-FFF2-40B4-BE49-F238E27FC236}">
                <a16:creationId xmlns:a16="http://schemas.microsoft.com/office/drawing/2014/main" id="{49A65670-1FB1-7A67-95A3-F9D392A62AEA}"/>
              </a:ext>
            </a:extLst>
          </p:cNvPr>
          <p:cNvSpPr/>
          <p:nvPr/>
        </p:nvSpPr>
        <p:spPr>
          <a:xfrm>
            <a:off x="5487830" y="1120002"/>
            <a:ext cx="1949410" cy="200620"/>
          </a:xfrm>
          <a:prstGeom prst="rect">
            <a:avLst/>
          </a:prstGeom>
          <a:noFill/>
          <a:ln/>
        </p:spPr>
        <p:txBody>
          <a:bodyPr wrap="none" lIns="0" tIns="0" rIns="0" bIns="0" rtlCol="0" anchor="t"/>
          <a:lstStyle/>
          <a:p>
            <a:pPr marL="0" indent="0" algn="l">
              <a:lnSpc>
                <a:spcPts val="1550"/>
              </a:lnSpc>
              <a:buNone/>
            </a:pPr>
            <a:r>
              <a:rPr lang="en-US" sz="2150" b="1" dirty="0">
                <a:solidFill>
                  <a:srgbClr val="000000"/>
                </a:solidFill>
                <a:latin typeface="Inter Bold" pitchFamily="34" charset="0"/>
                <a:ea typeface="Inter Bold" pitchFamily="34" charset="-122"/>
                <a:cs typeface="Inter Bold" pitchFamily="34" charset="-120"/>
              </a:rPr>
              <a:t>Key Technology Benefits</a:t>
            </a:r>
            <a:endParaRPr lang="en-US" sz="2150" dirty="0"/>
          </a:p>
        </p:txBody>
      </p:sp>
      <p:sp>
        <p:nvSpPr>
          <p:cNvPr id="41" name="Shape 39">
            <a:extLst>
              <a:ext uri="{FF2B5EF4-FFF2-40B4-BE49-F238E27FC236}">
                <a16:creationId xmlns:a16="http://schemas.microsoft.com/office/drawing/2014/main" id="{2127DB64-278E-BA01-8F3A-4F8E061D79CE}"/>
              </a:ext>
            </a:extLst>
          </p:cNvPr>
          <p:cNvSpPr/>
          <p:nvPr/>
        </p:nvSpPr>
        <p:spPr>
          <a:xfrm>
            <a:off x="6171308" y="1525131"/>
            <a:ext cx="240744" cy="240744"/>
          </a:xfrm>
          <a:prstGeom prst="roundRect">
            <a:avLst>
              <a:gd name="adj" fmla="val 18669"/>
            </a:avLst>
          </a:prstGeom>
          <a:solidFill>
            <a:srgbClr val="DADBF1"/>
          </a:solidFill>
          <a:ln w="7620">
            <a:solidFill>
              <a:srgbClr val="C0C1D7"/>
            </a:solidFill>
            <a:prstDash val="solid"/>
          </a:ln>
        </p:spPr>
        <p:txBody>
          <a:bodyPr/>
          <a:lstStyle/>
          <a:p>
            <a:endParaRPr lang="en-IN"/>
          </a:p>
        </p:txBody>
      </p:sp>
      <p:sp>
        <p:nvSpPr>
          <p:cNvPr id="42" name="Text 40">
            <a:extLst>
              <a:ext uri="{FF2B5EF4-FFF2-40B4-BE49-F238E27FC236}">
                <a16:creationId xmlns:a16="http://schemas.microsoft.com/office/drawing/2014/main" id="{6E4B5001-1798-3C25-58E6-CCF4764B184F}"/>
              </a:ext>
            </a:extLst>
          </p:cNvPr>
          <p:cNvSpPr/>
          <p:nvPr/>
        </p:nvSpPr>
        <p:spPr>
          <a:xfrm>
            <a:off x="6462535" y="1561802"/>
            <a:ext cx="1337548" cy="167045"/>
          </a:xfrm>
          <a:prstGeom prst="rect">
            <a:avLst/>
          </a:prstGeom>
          <a:noFill/>
          <a:ln/>
        </p:spPr>
        <p:txBody>
          <a:bodyPr wrap="none" lIns="0" tIns="0" rIns="0" bIns="0" rtlCol="0" anchor="t"/>
          <a:lstStyle/>
          <a:p>
            <a:pPr marL="0" indent="0" algn="l">
              <a:lnSpc>
                <a:spcPts val="1300"/>
              </a:lnSpc>
              <a:buNone/>
            </a:pPr>
            <a:r>
              <a:rPr lang="en-US" sz="1050" b="1" dirty="0">
                <a:solidFill>
                  <a:srgbClr val="272525"/>
                </a:solidFill>
                <a:latin typeface="Inter Bold" pitchFamily="34" charset="0"/>
                <a:ea typeface="Inter Bold" pitchFamily="34" charset="-122"/>
                <a:cs typeface="Inter Bold" pitchFamily="34" charset="-120"/>
              </a:rPr>
              <a:t>Scalability</a:t>
            </a:r>
            <a:endParaRPr lang="en-US" sz="1050" dirty="0"/>
          </a:p>
        </p:txBody>
      </p:sp>
      <p:sp>
        <p:nvSpPr>
          <p:cNvPr id="43" name="Shape 42">
            <a:extLst>
              <a:ext uri="{FF2B5EF4-FFF2-40B4-BE49-F238E27FC236}">
                <a16:creationId xmlns:a16="http://schemas.microsoft.com/office/drawing/2014/main" id="{D583412F-69F2-7330-023C-15F01F249426}"/>
              </a:ext>
            </a:extLst>
          </p:cNvPr>
          <p:cNvSpPr/>
          <p:nvPr/>
        </p:nvSpPr>
        <p:spPr>
          <a:xfrm>
            <a:off x="6171308" y="2006262"/>
            <a:ext cx="240744" cy="240744"/>
          </a:xfrm>
          <a:prstGeom prst="roundRect">
            <a:avLst>
              <a:gd name="adj" fmla="val 18669"/>
            </a:avLst>
          </a:prstGeom>
          <a:solidFill>
            <a:srgbClr val="DADBF1"/>
          </a:solidFill>
          <a:ln w="7620">
            <a:solidFill>
              <a:srgbClr val="C0C1D7"/>
            </a:solidFill>
            <a:prstDash val="solid"/>
          </a:ln>
        </p:spPr>
        <p:txBody>
          <a:bodyPr/>
          <a:lstStyle/>
          <a:p>
            <a:endParaRPr lang="en-IN"/>
          </a:p>
        </p:txBody>
      </p:sp>
      <p:sp>
        <p:nvSpPr>
          <p:cNvPr id="44" name="Text 43">
            <a:extLst>
              <a:ext uri="{FF2B5EF4-FFF2-40B4-BE49-F238E27FC236}">
                <a16:creationId xmlns:a16="http://schemas.microsoft.com/office/drawing/2014/main" id="{6FE9BBAF-5D9C-6321-A3AA-5688F8A028B7}"/>
              </a:ext>
            </a:extLst>
          </p:cNvPr>
          <p:cNvSpPr/>
          <p:nvPr/>
        </p:nvSpPr>
        <p:spPr>
          <a:xfrm>
            <a:off x="6462535" y="2042933"/>
            <a:ext cx="1337548" cy="167045"/>
          </a:xfrm>
          <a:prstGeom prst="rect">
            <a:avLst/>
          </a:prstGeom>
          <a:noFill/>
          <a:ln/>
        </p:spPr>
        <p:txBody>
          <a:bodyPr wrap="none" lIns="0" tIns="0" rIns="0" bIns="0" rtlCol="0" anchor="t"/>
          <a:lstStyle/>
          <a:p>
            <a:pPr marL="0" indent="0" algn="l">
              <a:lnSpc>
                <a:spcPts val="1300"/>
              </a:lnSpc>
              <a:buNone/>
            </a:pPr>
            <a:r>
              <a:rPr lang="en-US" sz="1050" b="1" dirty="0">
                <a:solidFill>
                  <a:srgbClr val="272525"/>
                </a:solidFill>
                <a:latin typeface="Inter Bold" pitchFamily="34" charset="0"/>
                <a:ea typeface="Inter Bold" pitchFamily="34" charset="-122"/>
                <a:cs typeface="Inter Bold" pitchFamily="34" charset="-120"/>
              </a:rPr>
              <a:t>Security</a:t>
            </a:r>
            <a:endParaRPr lang="en-US" sz="1050" dirty="0"/>
          </a:p>
        </p:txBody>
      </p:sp>
      <p:sp>
        <p:nvSpPr>
          <p:cNvPr id="45" name="Shape 45">
            <a:extLst>
              <a:ext uri="{FF2B5EF4-FFF2-40B4-BE49-F238E27FC236}">
                <a16:creationId xmlns:a16="http://schemas.microsoft.com/office/drawing/2014/main" id="{9BD17E12-B2E9-4B41-712A-40200F480B2C}"/>
              </a:ext>
            </a:extLst>
          </p:cNvPr>
          <p:cNvSpPr/>
          <p:nvPr/>
        </p:nvSpPr>
        <p:spPr>
          <a:xfrm>
            <a:off x="6171308" y="2487394"/>
            <a:ext cx="240744" cy="240744"/>
          </a:xfrm>
          <a:prstGeom prst="roundRect">
            <a:avLst>
              <a:gd name="adj" fmla="val 18669"/>
            </a:avLst>
          </a:prstGeom>
          <a:solidFill>
            <a:srgbClr val="DADBF1"/>
          </a:solidFill>
          <a:ln w="7620">
            <a:solidFill>
              <a:srgbClr val="C0C1D7"/>
            </a:solidFill>
            <a:prstDash val="solid"/>
          </a:ln>
        </p:spPr>
        <p:txBody>
          <a:bodyPr/>
          <a:lstStyle/>
          <a:p>
            <a:endParaRPr lang="en-IN"/>
          </a:p>
        </p:txBody>
      </p:sp>
      <p:sp>
        <p:nvSpPr>
          <p:cNvPr id="46" name="Text 46">
            <a:extLst>
              <a:ext uri="{FF2B5EF4-FFF2-40B4-BE49-F238E27FC236}">
                <a16:creationId xmlns:a16="http://schemas.microsoft.com/office/drawing/2014/main" id="{7CDACD47-278E-6210-A14C-996E8160727B}"/>
              </a:ext>
            </a:extLst>
          </p:cNvPr>
          <p:cNvSpPr/>
          <p:nvPr/>
        </p:nvSpPr>
        <p:spPr>
          <a:xfrm>
            <a:off x="6462535" y="2524065"/>
            <a:ext cx="1337548" cy="167045"/>
          </a:xfrm>
          <a:prstGeom prst="rect">
            <a:avLst/>
          </a:prstGeom>
          <a:noFill/>
          <a:ln/>
        </p:spPr>
        <p:txBody>
          <a:bodyPr wrap="none" lIns="0" tIns="0" rIns="0" bIns="0" rtlCol="0" anchor="t"/>
          <a:lstStyle/>
          <a:p>
            <a:pPr marL="0" indent="0" algn="l">
              <a:lnSpc>
                <a:spcPts val="1300"/>
              </a:lnSpc>
              <a:buNone/>
            </a:pPr>
            <a:r>
              <a:rPr lang="en-US" sz="1050" b="1" dirty="0">
                <a:solidFill>
                  <a:srgbClr val="272525"/>
                </a:solidFill>
                <a:latin typeface="Inter Bold" pitchFamily="34" charset="0"/>
                <a:ea typeface="Inter Bold" pitchFamily="34" charset="-122"/>
                <a:cs typeface="Inter Bold" pitchFamily="34" charset="-120"/>
              </a:rPr>
              <a:t>Performance</a:t>
            </a:r>
            <a:endParaRPr lang="en-US" sz="1050" dirty="0"/>
          </a:p>
        </p:txBody>
      </p:sp>
      <p:sp>
        <p:nvSpPr>
          <p:cNvPr id="47" name="Shape 48">
            <a:extLst>
              <a:ext uri="{FF2B5EF4-FFF2-40B4-BE49-F238E27FC236}">
                <a16:creationId xmlns:a16="http://schemas.microsoft.com/office/drawing/2014/main" id="{E41E2FCA-737F-F979-770D-6C53E54C51E6}"/>
              </a:ext>
            </a:extLst>
          </p:cNvPr>
          <p:cNvSpPr/>
          <p:nvPr/>
        </p:nvSpPr>
        <p:spPr>
          <a:xfrm>
            <a:off x="6171308" y="2968525"/>
            <a:ext cx="240744" cy="240744"/>
          </a:xfrm>
          <a:prstGeom prst="roundRect">
            <a:avLst>
              <a:gd name="adj" fmla="val 18669"/>
            </a:avLst>
          </a:prstGeom>
          <a:solidFill>
            <a:srgbClr val="DADBF1"/>
          </a:solidFill>
          <a:ln w="7620">
            <a:solidFill>
              <a:srgbClr val="C0C1D7"/>
            </a:solidFill>
            <a:prstDash val="solid"/>
          </a:ln>
        </p:spPr>
        <p:txBody>
          <a:bodyPr/>
          <a:lstStyle/>
          <a:p>
            <a:endParaRPr lang="en-IN"/>
          </a:p>
        </p:txBody>
      </p:sp>
      <p:sp>
        <p:nvSpPr>
          <p:cNvPr id="48" name="Text 49">
            <a:extLst>
              <a:ext uri="{FF2B5EF4-FFF2-40B4-BE49-F238E27FC236}">
                <a16:creationId xmlns:a16="http://schemas.microsoft.com/office/drawing/2014/main" id="{59ED6540-4E88-6A1D-7DA7-0C1AB3249195}"/>
              </a:ext>
            </a:extLst>
          </p:cNvPr>
          <p:cNvSpPr/>
          <p:nvPr/>
        </p:nvSpPr>
        <p:spPr>
          <a:xfrm>
            <a:off x="6462535" y="3005197"/>
            <a:ext cx="1337548" cy="167045"/>
          </a:xfrm>
          <a:prstGeom prst="rect">
            <a:avLst/>
          </a:prstGeom>
          <a:noFill/>
          <a:ln/>
        </p:spPr>
        <p:txBody>
          <a:bodyPr wrap="none" lIns="0" tIns="0" rIns="0" bIns="0" rtlCol="0" anchor="t"/>
          <a:lstStyle/>
          <a:p>
            <a:pPr marL="0" indent="0" algn="l">
              <a:lnSpc>
                <a:spcPts val="1300"/>
              </a:lnSpc>
              <a:buNone/>
            </a:pPr>
            <a:r>
              <a:rPr lang="en-US" sz="1050" b="1" dirty="0">
                <a:solidFill>
                  <a:srgbClr val="272525"/>
                </a:solidFill>
                <a:latin typeface="Inter Bold" pitchFamily="34" charset="0"/>
                <a:ea typeface="Inter Bold" pitchFamily="34" charset="-122"/>
                <a:cs typeface="Inter Bold" pitchFamily="34" charset="-120"/>
              </a:rPr>
              <a:t>Accessibility</a:t>
            </a:r>
            <a:endParaRPr lang="en-US" sz="1050" dirty="0"/>
          </a:p>
        </p:txBody>
      </p:sp>
      <p:sp>
        <p:nvSpPr>
          <p:cNvPr id="49" name="Shape 51">
            <a:extLst>
              <a:ext uri="{FF2B5EF4-FFF2-40B4-BE49-F238E27FC236}">
                <a16:creationId xmlns:a16="http://schemas.microsoft.com/office/drawing/2014/main" id="{5859A8A3-C2E5-7D71-B4F4-EF0C60C02FAE}"/>
              </a:ext>
            </a:extLst>
          </p:cNvPr>
          <p:cNvSpPr/>
          <p:nvPr/>
        </p:nvSpPr>
        <p:spPr>
          <a:xfrm>
            <a:off x="6171308" y="3449657"/>
            <a:ext cx="240744" cy="240744"/>
          </a:xfrm>
          <a:prstGeom prst="roundRect">
            <a:avLst>
              <a:gd name="adj" fmla="val 18669"/>
            </a:avLst>
          </a:prstGeom>
          <a:solidFill>
            <a:srgbClr val="DADBF1"/>
          </a:solidFill>
          <a:ln w="7620">
            <a:solidFill>
              <a:srgbClr val="C0C1D7"/>
            </a:solidFill>
            <a:prstDash val="solid"/>
          </a:ln>
        </p:spPr>
        <p:txBody>
          <a:bodyPr/>
          <a:lstStyle/>
          <a:p>
            <a:endParaRPr lang="en-IN"/>
          </a:p>
        </p:txBody>
      </p:sp>
      <p:sp>
        <p:nvSpPr>
          <p:cNvPr id="50" name="Text 52">
            <a:extLst>
              <a:ext uri="{FF2B5EF4-FFF2-40B4-BE49-F238E27FC236}">
                <a16:creationId xmlns:a16="http://schemas.microsoft.com/office/drawing/2014/main" id="{D00D252F-0FA7-F943-99A4-F00D3E491AAC}"/>
              </a:ext>
            </a:extLst>
          </p:cNvPr>
          <p:cNvSpPr/>
          <p:nvPr/>
        </p:nvSpPr>
        <p:spPr>
          <a:xfrm>
            <a:off x="6462535" y="3486328"/>
            <a:ext cx="1337548" cy="167045"/>
          </a:xfrm>
          <a:prstGeom prst="rect">
            <a:avLst/>
          </a:prstGeom>
          <a:noFill/>
          <a:ln/>
        </p:spPr>
        <p:txBody>
          <a:bodyPr wrap="none" lIns="0" tIns="0" rIns="0" bIns="0" rtlCol="0" anchor="t"/>
          <a:lstStyle/>
          <a:p>
            <a:pPr marL="0" indent="0" algn="l">
              <a:lnSpc>
                <a:spcPts val="1300"/>
              </a:lnSpc>
              <a:buNone/>
            </a:pPr>
            <a:r>
              <a:rPr lang="en-US" sz="1050" b="1" dirty="0">
                <a:solidFill>
                  <a:srgbClr val="272525"/>
                </a:solidFill>
                <a:latin typeface="Inter Bold" pitchFamily="34" charset="0"/>
                <a:ea typeface="Inter Bold" pitchFamily="34" charset="-122"/>
                <a:cs typeface="Inter Bold" pitchFamily="34" charset="-120"/>
              </a:rPr>
              <a:t>Cost-Effective</a:t>
            </a:r>
            <a:endParaRPr lang="en-US" sz="1050" dirty="0"/>
          </a:p>
        </p:txBody>
      </p:sp>
      <p:sp>
        <p:nvSpPr>
          <p:cNvPr id="51" name="Shape 54">
            <a:extLst>
              <a:ext uri="{FF2B5EF4-FFF2-40B4-BE49-F238E27FC236}">
                <a16:creationId xmlns:a16="http://schemas.microsoft.com/office/drawing/2014/main" id="{F4548027-7F13-ED97-EEE3-687CE33FB65F}"/>
              </a:ext>
            </a:extLst>
          </p:cNvPr>
          <p:cNvSpPr/>
          <p:nvPr/>
        </p:nvSpPr>
        <p:spPr>
          <a:xfrm>
            <a:off x="6171308" y="3930788"/>
            <a:ext cx="240744" cy="240744"/>
          </a:xfrm>
          <a:prstGeom prst="roundRect">
            <a:avLst>
              <a:gd name="adj" fmla="val 18669"/>
            </a:avLst>
          </a:prstGeom>
          <a:solidFill>
            <a:srgbClr val="DADBF1"/>
          </a:solidFill>
          <a:ln w="7620">
            <a:solidFill>
              <a:srgbClr val="C0C1D7"/>
            </a:solidFill>
            <a:prstDash val="solid"/>
          </a:ln>
        </p:spPr>
        <p:txBody>
          <a:bodyPr/>
          <a:lstStyle/>
          <a:p>
            <a:endParaRPr lang="en-IN"/>
          </a:p>
        </p:txBody>
      </p:sp>
      <p:sp>
        <p:nvSpPr>
          <p:cNvPr id="52" name="Text 55">
            <a:extLst>
              <a:ext uri="{FF2B5EF4-FFF2-40B4-BE49-F238E27FC236}">
                <a16:creationId xmlns:a16="http://schemas.microsoft.com/office/drawing/2014/main" id="{4E9694FA-256C-0FC7-19A2-B4513D8F6F8B}"/>
              </a:ext>
            </a:extLst>
          </p:cNvPr>
          <p:cNvSpPr/>
          <p:nvPr/>
        </p:nvSpPr>
        <p:spPr>
          <a:xfrm>
            <a:off x="6462535" y="3967460"/>
            <a:ext cx="1337548" cy="167045"/>
          </a:xfrm>
          <a:prstGeom prst="rect">
            <a:avLst/>
          </a:prstGeom>
          <a:noFill/>
          <a:ln/>
        </p:spPr>
        <p:txBody>
          <a:bodyPr wrap="none" lIns="0" tIns="0" rIns="0" bIns="0" rtlCol="0" anchor="t"/>
          <a:lstStyle/>
          <a:p>
            <a:pPr marL="0" indent="0" algn="l">
              <a:lnSpc>
                <a:spcPts val="1300"/>
              </a:lnSpc>
              <a:buNone/>
            </a:pPr>
            <a:r>
              <a:rPr lang="en-US" sz="1050" b="1" dirty="0">
                <a:solidFill>
                  <a:srgbClr val="272525"/>
                </a:solidFill>
                <a:latin typeface="Inter Bold" pitchFamily="34" charset="0"/>
                <a:ea typeface="Inter Bold" pitchFamily="34" charset="-122"/>
                <a:cs typeface="Inter Bold" pitchFamily="34" charset="-120"/>
              </a:rPr>
              <a:t>Real-time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21"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05" name="Google Shape;105;p21"/>
          <p:cNvSpPr txBox="1"/>
          <p:nvPr/>
        </p:nvSpPr>
        <p:spPr>
          <a:xfrm>
            <a:off x="222448" y="4298446"/>
            <a:ext cx="9144018" cy="4572000"/>
          </a:xfrm>
          <a:prstGeom prst="rect">
            <a:avLst/>
          </a:prstGeom>
          <a:noFill/>
          <a:ln>
            <a:noFill/>
          </a:ln>
        </p:spPr>
        <p:txBody>
          <a:bodyPr spcFirstLastPara="1" wrap="square" lIns="91425" tIns="91425" rIns="91425" bIns="91425" anchor="t" anchorCtr="0">
            <a:normAutofit/>
          </a:bodyPr>
          <a:lstStyle/>
          <a:p>
            <a:pPr>
              <a:lnSpc>
                <a:spcPts val="1200"/>
              </a:lnSpc>
            </a:pPr>
            <a:r>
              <a:rPr lang="en-US" sz="950" dirty="0">
                <a:solidFill>
                  <a:srgbClr val="272525"/>
                </a:solidFill>
                <a:latin typeface="Inter" pitchFamily="34" charset="0"/>
                <a:ea typeface="Inter" pitchFamily="34" charset="-122"/>
                <a:cs typeface="Inter" pitchFamily="34" charset="-120"/>
              </a:rPr>
              <a:t>As the platform scales, we'll optimize infrastructure costs through strategic partnerships and government support programs.</a:t>
            </a:r>
            <a:endParaRPr lang="en-US" sz="950" dirty="0"/>
          </a:p>
        </p:txBody>
      </p:sp>
      <p:sp>
        <p:nvSpPr>
          <p:cNvPr id="2" name="Text 0">
            <a:extLst>
              <a:ext uri="{FF2B5EF4-FFF2-40B4-BE49-F238E27FC236}">
                <a16:creationId xmlns:a16="http://schemas.microsoft.com/office/drawing/2014/main" id="{CA9AF7A4-420C-B172-CFAE-340234D96CD1}"/>
              </a:ext>
            </a:extLst>
          </p:cNvPr>
          <p:cNvSpPr/>
          <p:nvPr/>
        </p:nvSpPr>
        <p:spPr>
          <a:xfrm>
            <a:off x="806648" y="708899"/>
            <a:ext cx="1078786" cy="57586"/>
          </a:xfrm>
          <a:prstGeom prst="rect">
            <a:avLst/>
          </a:prstGeom>
          <a:noFill/>
          <a:ln/>
        </p:spPr>
        <p:txBody>
          <a:bodyPr wrap="none" lIns="0" tIns="0" rIns="0" bIns="0" rtlCol="0" anchor="t"/>
          <a:lstStyle/>
          <a:p>
            <a:pPr marL="0" indent="0" algn="l">
              <a:lnSpc>
                <a:spcPts val="3050"/>
              </a:lnSpc>
              <a:buNone/>
            </a:pPr>
            <a:r>
              <a:rPr lang="en-US" sz="2400" b="1" dirty="0">
                <a:solidFill>
                  <a:srgbClr val="000000"/>
                </a:solidFill>
                <a:latin typeface="Inter Bold" pitchFamily="34" charset="0"/>
                <a:ea typeface="Inter Bold" pitchFamily="34" charset="-122"/>
                <a:cs typeface="Inter Bold" pitchFamily="34" charset="-120"/>
              </a:rPr>
              <a:t>Cost Estimation</a:t>
            </a:r>
            <a:endParaRPr lang="en-US" sz="2400" dirty="0"/>
          </a:p>
        </p:txBody>
      </p:sp>
      <p:pic>
        <p:nvPicPr>
          <p:cNvPr id="3" name="Image 0" descr="preencoded.png">
            <a:extLst>
              <a:ext uri="{FF2B5EF4-FFF2-40B4-BE49-F238E27FC236}">
                <a16:creationId xmlns:a16="http://schemas.microsoft.com/office/drawing/2014/main" id="{DEF68B13-043F-12D4-C60F-30E422A0C965}"/>
              </a:ext>
            </a:extLst>
          </p:cNvPr>
          <p:cNvPicPr>
            <a:picLocks noChangeAspect="1"/>
          </p:cNvPicPr>
          <p:nvPr/>
        </p:nvPicPr>
        <p:blipFill>
          <a:blip r:embed="rId4"/>
          <a:stretch>
            <a:fillRect/>
          </a:stretch>
        </p:blipFill>
        <p:spPr>
          <a:xfrm>
            <a:off x="181808" y="1064444"/>
            <a:ext cx="3666292" cy="2053088"/>
          </a:xfrm>
          <a:prstGeom prst="rect">
            <a:avLst/>
          </a:prstGeom>
        </p:spPr>
      </p:pic>
      <p:sp>
        <p:nvSpPr>
          <p:cNvPr id="19" name="Text 1">
            <a:extLst>
              <a:ext uri="{FF2B5EF4-FFF2-40B4-BE49-F238E27FC236}">
                <a16:creationId xmlns:a16="http://schemas.microsoft.com/office/drawing/2014/main" id="{B21E9CB4-04C8-6CF5-01B6-542CD6F02D4D}"/>
              </a:ext>
            </a:extLst>
          </p:cNvPr>
          <p:cNvSpPr/>
          <p:nvPr/>
        </p:nvSpPr>
        <p:spPr>
          <a:xfrm>
            <a:off x="181808" y="3255240"/>
            <a:ext cx="2305883" cy="233124"/>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Low-Cost MVP Approach</a:t>
            </a:r>
            <a:endParaRPr lang="en-US" sz="1450" dirty="0"/>
          </a:p>
        </p:txBody>
      </p:sp>
      <p:sp>
        <p:nvSpPr>
          <p:cNvPr id="20" name="Text 3">
            <a:extLst>
              <a:ext uri="{FF2B5EF4-FFF2-40B4-BE49-F238E27FC236}">
                <a16:creationId xmlns:a16="http://schemas.microsoft.com/office/drawing/2014/main" id="{ABDE5F67-7850-4DE9-9793-8B017B2A53A0}"/>
              </a:ext>
            </a:extLst>
          </p:cNvPr>
          <p:cNvSpPr/>
          <p:nvPr/>
        </p:nvSpPr>
        <p:spPr>
          <a:xfrm>
            <a:off x="-1339335" y="3620572"/>
            <a:ext cx="4291965" cy="410289"/>
          </a:xfrm>
          <a:prstGeom prst="rect">
            <a:avLst/>
          </a:prstGeom>
          <a:noFill/>
          <a:ln/>
        </p:spPr>
        <p:txBody>
          <a:bodyPr wrap="none" lIns="0" tIns="0" rIns="0" bIns="0" rtlCol="0" anchor="t"/>
          <a:lstStyle/>
          <a:p>
            <a:pPr marL="0" indent="0" algn="ctr">
              <a:lnSpc>
                <a:spcPts val="3200"/>
              </a:lnSpc>
              <a:buNone/>
            </a:pPr>
            <a:r>
              <a:rPr lang="en-US" sz="3200" b="1" dirty="0">
                <a:solidFill>
                  <a:srgbClr val="272525"/>
                </a:solidFill>
                <a:latin typeface="Inter Bold" pitchFamily="34" charset="0"/>
                <a:ea typeface="Inter Bold" pitchFamily="34" charset="-122"/>
                <a:cs typeface="Inter Bold" pitchFamily="34" charset="-120"/>
              </a:rPr>
              <a:t>₹1K</a:t>
            </a:r>
            <a:endParaRPr lang="en-US" sz="3200" dirty="0"/>
          </a:p>
        </p:txBody>
      </p:sp>
      <p:sp>
        <p:nvSpPr>
          <p:cNvPr id="21" name="Text 4">
            <a:extLst>
              <a:ext uri="{FF2B5EF4-FFF2-40B4-BE49-F238E27FC236}">
                <a16:creationId xmlns:a16="http://schemas.microsoft.com/office/drawing/2014/main" id="{F6B85299-F488-D7BC-71CF-DCC6F077D048}"/>
              </a:ext>
            </a:extLst>
          </p:cNvPr>
          <p:cNvSpPr/>
          <p:nvPr/>
        </p:nvSpPr>
        <p:spPr>
          <a:xfrm>
            <a:off x="222448" y="3996023"/>
            <a:ext cx="1554242" cy="194191"/>
          </a:xfrm>
          <a:prstGeom prst="rect">
            <a:avLst/>
          </a:prstGeom>
          <a:noFill/>
          <a:ln/>
        </p:spPr>
        <p:txBody>
          <a:bodyPr wrap="none" lIns="0" tIns="0" rIns="0" bIns="0" rtlCol="0" anchor="t"/>
          <a:lstStyle/>
          <a:p>
            <a:pPr marL="0" indent="0" algn="ctr">
              <a:lnSpc>
                <a:spcPts val="1500"/>
              </a:lnSpc>
              <a:buNone/>
            </a:pPr>
            <a:r>
              <a:rPr lang="en-US" sz="1200" b="1" dirty="0">
                <a:solidFill>
                  <a:srgbClr val="272525"/>
                </a:solidFill>
                <a:latin typeface="Inter Bold" pitchFamily="34" charset="0"/>
                <a:ea typeface="Inter Bold" pitchFamily="34" charset="-122"/>
                <a:cs typeface="Inter Bold" pitchFamily="34" charset="-120"/>
              </a:rPr>
              <a:t>Total Annual Cost</a:t>
            </a:r>
            <a:endParaRPr lang="en-US" sz="1200" dirty="0"/>
          </a:p>
        </p:txBody>
      </p:sp>
      <p:sp>
        <p:nvSpPr>
          <p:cNvPr id="22" name="Text 5">
            <a:extLst>
              <a:ext uri="{FF2B5EF4-FFF2-40B4-BE49-F238E27FC236}">
                <a16:creationId xmlns:a16="http://schemas.microsoft.com/office/drawing/2014/main" id="{691846EE-8469-C63B-E4D0-762013A42280}"/>
              </a:ext>
            </a:extLst>
          </p:cNvPr>
          <p:cNvSpPr/>
          <p:nvPr/>
        </p:nvSpPr>
        <p:spPr>
          <a:xfrm>
            <a:off x="-1718112" y="4221472"/>
            <a:ext cx="6603087" cy="153948"/>
          </a:xfrm>
          <a:prstGeom prst="rect">
            <a:avLst/>
          </a:prstGeom>
          <a:noFill/>
          <a:ln/>
        </p:spPr>
        <p:txBody>
          <a:bodyPr wrap="none" lIns="0" tIns="0" rIns="0" bIns="0" rtlCol="0" anchor="t"/>
          <a:lstStyle/>
          <a:p>
            <a:pPr marL="0" indent="0" algn="ctr">
              <a:lnSpc>
                <a:spcPts val="1200"/>
              </a:lnSpc>
              <a:buNone/>
            </a:pPr>
            <a:r>
              <a:rPr lang="en-US" sz="950" dirty="0">
                <a:solidFill>
                  <a:srgbClr val="272525"/>
                </a:solidFill>
                <a:latin typeface="Inter" pitchFamily="34" charset="0"/>
                <a:ea typeface="Inter" pitchFamily="34" charset="-122"/>
                <a:cs typeface="Inter" pitchFamily="34" charset="-120"/>
              </a:rPr>
              <a:t>Minimal investment for maximum social impact</a:t>
            </a:r>
            <a:endParaRPr lang="en-US" sz="950" dirty="0"/>
          </a:p>
        </p:txBody>
      </p:sp>
      <p:sp>
        <p:nvSpPr>
          <p:cNvPr id="24" name="TextBox 23">
            <a:extLst>
              <a:ext uri="{FF2B5EF4-FFF2-40B4-BE49-F238E27FC236}">
                <a16:creationId xmlns:a16="http://schemas.microsoft.com/office/drawing/2014/main" id="{01EEDAD9-776C-B574-C1BC-C459814D6506}"/>
              </a:ext>
            </a:extLst>
          </p:cNvPr>
          <p:cNvSpPr txBox="1"/>
          <p:nvPr/>
        </p:nvSpPr>
        <p:spPr>
          <a:xfrm>
            <a:off x="57150" y="3406003"/>
            <a:ext cx="7866182" cy="238527"/>
          </a:xfrm>
          <a:prstGeom prst="rect">
            <a:avLst/>
          </a:prstGeom>
          <a:noFill/>
        </p:spPr>
        <p:txBody>
          <a:bodyPr wrap="square">
            <a:spAutoFit/>
          </a:bodyPr>
          <a:lstStyle/>
          <a:p>
            <a:r>
              <a:rPr lang="en-US" sz="950" dirty="0">
                <a:solidFill>
                  <a:srgbClr val="272525"/>
                </a:solidFill>
                <a:latin typeface="Inter" pitchFamily="34" charset="0"/>
                <a:ea typeface="Inter" pitchFamily="34" charset="-122"/>
                <a:cs typeface="Inter" pitchFamily="34" charset="-120"/>
              </a:rPr>
              <a:t>Our initial implementation leverages free-tier cloud services and open-source technologies to minimize costs while maximizing impact.</a:t>
            </a:r>
            <a:endParaRPr lang="en-IN" sz="950" dirty="0"/>
          </a:p>
        </p:txBody>
      </p:sp>
      <p:sp>
        <p:nvSpPr>
          <p:cNvPr id="26" name="TextBox 25">
            <a:extLst>
              <a:ext uri="{FF2B5EF4-FFF2-40B4-BE49-F238E27FC236}">
                <a16:creationId xmlns:a16="http://schemas.microsoft.com/office/drawing/2014/main" id="{BB3B2BAC-B67C-B878-5815-F830E4D602CD}"/>
              </a:ext>
            </a:extLst>
          </p:cNvPr>
          <p:cNvSpPr txBox="1"/>
          <p:nvPr/>
        </p:nvSpPr>
        <p:spPr>
          <a:xfrm>
            <a:off x="5474970" y="3590416"/>
            <a:ext cx="5539740" cy="502702"/>
          </a:xfrm>
          <a:prstGeom prst="rect">
            <a:avLst/>
          </a:prstGeom>
          <a:noFill/>
        </p:spPr>
        <p:txBody>
          <a:bodyPr wrap="square">
            <a:spAutoFit/>
          </a:bodyPr>
          <a:lstStyle/>
          <a:p>
            <a:pPr marL="0" indent="0" algn="ctr">
              <a:lnSpc>
                <a:spcPts val="3200"/>
              </a:lnSpc>
              <a:buNone/>
            </a:pPr>
            <a:r>
              <a:rPr lang="en-US" sz="3200" b="1" dirty="0">
                <a:solidFill>
                  <a:srgbClr val="272525"/>
                </a:solidFill>
                <a:latin typeface="Inter Bold" pitchFamily="34" charset="0"/>
                <a:ea typeface="Inter Bold" pitchFamily="34" charset="-122"/>
                <a:cs typeface="Inter Bold" pitchFamily="34" charset="-120"/>
              </a:rPr>
              <a:t>100%</a:t>
            </a:r>
            <a:endParaRPr lang="en-US" sz="3200" dirty="0"/>
          </a:p>
        </p:txBody>
      </p:sp>
      <p:sp>
        <p:nvSpPr>
          <p:cNvPr id="28" name="TextBox 27">
            <a:extLst>
              <a:ext uri="{FF2B5EF4-FFF2-40B4-BE49-F238E27FC236}">
                <a16:creationId xmlns:a16="http://schemas.microsoft.com/office/drawing/2014/main" id="{3401A9FD-7350-F086-81F3-132EDC26937A}"/>
              </a:ext>
            </a:extLst>
          </p:cNvPr>
          <p:cNvSpPr txBox="1"/>
          <p:nvPr/>
        </p:nvSpPr>
        <p:spPr>
          <a:xfrm>
            <a:off x="7308255" y="3964748"/>
            <a:ext cx="3257550" cy="384721"/>
          </a:xfrm>
          <a:prstGeom prst="rect">
            <a:avLst/>
          </a:prstGeom>
          <a:noFill/>
        </p:spPr>
        <p:txBody>
          <a:bodyPr wrap="square">
            <a:spAutoFit/>
          </a:bodyPr>
          <a:lstStyle/>
          <a:p>
            <a:pPr>
              <a:buNone/>
            </a:pPr>
            <a:r>
              <a:rPr lang="en-US" sz="950" b="1" dirty="0"/>
              <a:t>              Open Source</a:t>
            </a:r>
          </a:p>
          <a:p>
            <a:pPr>
              <a:buNone/>
            </a:pPr>
            <a:r>
              <a:rPr lang="en-US" sz="950" dirty="0"/>
              <a:t>AI models with no licensing fees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3" title="AI for Bharddat BANNER – 5.png"/>
          <p:cNvPicPr preferRelativeResize="0"/>
          <p:nvPr/>
        </p:nvPicPr>
        <p:blipFill rotWithShape="1">
          <a:blip r:embed="rId3">
            <a:alphaModFix/>
          </a:blip>
          <a:src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TotalTime>
  <Words>487</Words>
  <Application>Microsoft Office PowerPoint</Application>
  <PresentationFormat>On-screen Show (16:9)</PresentationFormat>
  <Paragraphs>119</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Inter</vt:lpstr>
      <vt:lpstr>Manrope</vt:lpstr>
      <vt:lpstr>Inter Bold</vt:lpstr>
      <vt:lpstr>Manrope SemiBold</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Sravan Kumar</cp:lastModifiedBy>
  <cp:revision>2</cp:revision>
  <dcterms:modified xsi:type="dcterms:W3CDTF">2026-02-15T11:34:59Z</dcterms:modified>
</cp:coreProperties>
</file>